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210 도시락" charset="1" panose="02020603020101020101"/>
      <p:regular r:id="rId16"/>
    </p:embeddedFont>
    <p:embeddedFont>
      <p:font typeface="210 디딤고딕" charset="1" panose="02020503020101020101"/>
      <p:regular r:id="rId17"/>
    </p:embeddedFont>
    <p:embeddedFont>
      <p:font typeface="Helvetica World" charset="1" panose="020B05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 Id="rId7" Target="../media/image16.jpe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0.jpeg" Type="http://schemas.openxmlformats.org/officeDocument/2006/relationships/image"/><Relationship Id="rId7" Target="../media/image2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sp>
        <p:nvSpPr>
          <p:cNvPr name="Freeform 5" id="5"/>
          <p:cNvSpPr/>
          <p:nvPr/>
        </p:nvSpPr>
        <p:spPr>
          <a:xfrm flipH="false" flipV="false" rot="0">
            <a:off x="2717088" y="1754765"/>
            <a:ext cx="12853824" cy="6777471"/>
          </a:xfrm>
          <a:custGeom>
            <a:avLst/>
            <a:gdLst/>
            <a:ahLst/>
            <a:cxnLst/>
            <a:rect r="r" b="b" t="t" l="l"/>
            <a:pathLst>
              <a:path h="6777471" w="12853824">
                <a:moveTo>
                  <a:pt x="0" y="0"/>
                </a:moveTo>
                <a:lnTo>
                  <a:pt x="12853824" y="0"/>
                </a:lnTo>
                <a:lnTo>
                  <a:pt x="12853824" y="6777470"/>
                </a:lnTo>
                <a:lnTo>
                  <a:pt x="0" y="67774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53133" y="8345378"/>
            <a:ext cx="683158" cy="884347"/>
          </a:xfrm>
          <a:custGeom>
            <a:avLst/>
            <a:gdLst/>
            <a:ahLst/>
            <a:cxnLst/>
            <a:rect r="r" b="b" t="t" l="l"/>
            <a:pathLst>
              <a:path h="884347" w="683158">
                <a:moveTo>
                  <a:pt x="0" y="0"/>
                </a:moveTo>
                <a:lnTo>
                  <a:pt x="683158" y="0"/>
                </a:lnTo>
                <a:lnTo>
                  <a:pt x="683158" y="884347"/>
                </a:lnTo>
                <a:lnTo>
                  <a:pt x="0" y="8843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5366285" y="3069041"/>
            <a:ext cx="7555429" cy="3308612"/>
          </a:xfrm>
          <a:prstGeom prst="rect">
            <a:avLst/>
          </a:prstGeom>
        </p:spPr>
        <p:txBody>
          <a:bodyPr anchor="t" rtlCol="false" tIns="0" lIns="0" bIns="0" rIns="0">
            <a:spAutoFit/>
          </a:bodyPr>
          <a:lstStyle/>
          <a:p>
            <a:pPr algn="ctr">
              <a:lnSpc>
                <a:spcPts val="13115"/>
              </a:lnSpc>
            </a:pPr>
            <a:r>
              <a:rPr lang="en-US" sz="9861" spc="-207">
                <a:solidFill>
                  <a:srgbClr val="FFFFFF"/>
                </a:solidFill>
                <a:latin typeface="210 도시락"/>
                <a:ea typeface="210 도시락"/>
                <a:cs typeface="210 도시락"/>
                <a:sym typeface="210 도시락"/>
              </a:rPr>
              <a:t>그룹프로젝트</a:t>
            </a:r>
          </a:p>
          <a:p>
            <a:pPr algn="ctr">
              <a:lnSpc>
                <a:spcPts val="13115"/>
              </a:lnSpc>
            </a:pPr>
            <a:r>
              <a:rPr lang="en-US" sz="9861" spc="-207">
                <a:solidFill>
                  <a:srgbClr val="FFFFFF"/>
                </a:solidFill>
                <a:latin typeface="210 도시락"/>
                <a:ea typeface="210 도시락"/>
                <a:cs typeface="210 도시락"/>
                <a:sym typeface="210 도시락"/>
              </a:rPr>
              <a:t>프레젠테이션</a:t>
            </a:r>
          </a:p>
        </p:txBody>
      </p:sp>
      <p:sp>
        <p:nvSpPr>
          <p:cNvPr name="Freeform 8" id="8"/>
          <p:cNvSpPr/>
          <p:nvPr/>
        </p:nvSpPr>
        <p:spPr>
          <a:xfrm flipH="false" flipV="false" rot="319376">
            <a:off x="5792021" y="3087381"/>
            <a:ext cx="7684216" cy="2025839"/>
          </a:xfrm>
          <a:custGeom>
            <a:avLst/>
            <a:gdLst/>
            <a:ahLst/>
            <a:cxnLst/>
            <a:rect r="r" b="b" t="t" l="l"/>
            <a:pathLst>
              <a:path h="2025839" w="7684216">
                <a:moveTo>
                  <a:pt x="0" y="0"/>
                </a:moveTo>
                <a:lnTo>
                  <a:pt x="7684216" y="0"/>
                </a:lnTo>
                <a:lnTo>
                  <a:pt x="7684216" y="2025839"/>
                </a:lnTo>
                <a:lnTo>
                  <a:pt x="0" y="20258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7509443" y="7345209"/>
            <a:ext cx="3269115" cy="554602"/>
          </a:xfrm>
          <a:prstGeom prst="rect">
            <a:avLst/>
          </a:prstGeom>
        </p:spPr>
        <p:txBody>
          <a:bodyPr anchor="t" rtlCol="false" tIns="0" lIns="0" bIns="0" rIns="0">
            <a:spAutoFit/>
          </a:bodyPr>
          <a:lstStyle/>
          <a:p>
            <a:pPr algn="ctr">
              <a:lnSpc>
                <a:spcPts val="4405"/>
              </a:lnSpc>
            </a:pPr>
            <a:r>
              <a:rPr lang="en-US" sz="3312" spc="-69">
                <a:solidFill>
                  <a:srgbClr val="FFFFFF"/>
                </a:solidFill>
                <a:latin typeface="210 도시락"/>
                <a:ea typeface="210 도시락"/>
                <a:cs typeface="210 도시락"/>
                <a:sym typeface="210 도시락"/>
              </a:rPr>
              <a:t>이수진 팀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grpSp>
        <p:nvGrpSpPr>
          <p:cNvPr name="Group 5" id="5"/>
          <p:cNvGrpSpPr/>
          <p:nvPr/>
        </p:nvGrpSpPr>
        <p:grpSpPr>
          <a:xfrm rot="0">
            <a:off x="6102566" y="929171"/>
            <a:ext cx="6082869" cy="8428657"/>
            <a:chOff x="0" y="0"/>
            <a:chExt cx="8110492" cy="11238210"/>
          </a:xfrm>
        </p:grpSpPr>
        <p:sp>
          <p:nvSpPr>
            <p:cNvPr name="Freeform 6" id="6"/>
            <p:cNvSpPr/>
            <p:nvPr/>
          </p:nvSpPr>
          <p:spPr>
            <a:xfrm flipH="false" flipV="false" rot="-5400000">
              <a:off x="-3523628" y="3523628"/>
              <a:ext cx="11238210" cy="4190954"/>
            </a:xfrm>
            <a:custGeom>
              <a:avLst/>
              <a:gdLst/>
              <a:ahLst/>
              <a:cxnLst/>
              <a:rect r="r" b="b" t="t" l="l"/>
              <a:pathLst>
                <a:path h="4190954" w="11238210">
                  <a:moveTo>
                    <a:pt x="0" y="0"/>
                  </a:moveTo>
                  <a:lnTo>
                    <a:pt x="11238210" y="0"/>
                  </a:lnTo>
                  <a:lnTo>
                    <a:pt x="11238210" y="4190954"/>
                  </a:lnTo>
                  <a:lnTo>
                    <a:pt x="0" y="4190954"/>
                  </a:lnTo>
                  <a:lnTo>
                    <a:pt x="0" y="0"/>
                  </a:lnTo>
                  <a:close/>
                </a:path>
              </a:pathLst>
            </a:custGeom>
            <a:blipFill>
              <a:blip r:embed="rId4">
                <a:extLst>
                  <a:ext uri="{96DAC541-7B7A-43D3-8B79-37D633B846F1}">
                    <asvg:svgBlip xmlns:asvg="http://schemas.microsoft.com/office/drawing/2016/SVG/main" r:embed="rId5"/>
                  </a:ext>
                </a:extLst>
              </a:blip>
              <a:stretch>
                <a:fillRect l="0" t="0" r="0" b="-41390"/>
              </a:stretch>
            </a:blipFill>
          </p:spPr>
        </p:sp>
        <p:sp>
          <p:nvSpPr>
            <p:cNvPr name="Freeform 7" id="7"/>
            <p:cNvSpPr/>
            <p:nvPr/>
          </p:nvSpPr>
          <p:spPr>
            <a:xfrm flipH="false" flipV="true" rot="-5400000">
              <a:off x="395910" y="3523628"/>
              <a:ext cx="11238210" cy="4190954"/>
            </a:xfrm>
            <a:custGeom>
              <a:avLst/>
              <a:gdLst/>
              <a:ahLst/>
              <a:cxnLst/>
              <a:rect r="r" b="b" t="t" l="l"/>
              <a:pathLst>
                <a:path h="4190954" w="11238210">
                  <a:moveTo>
                    <a:pt x="0" y="4190954"/>
                  </a:moveTo>
                  <a:lnTo>
                    <a:pt x="11238210" y="4190954"/>
                  </a:lnTo>
                  <a:lnTo>
                    <a:pt x="11238210" y="0"/>
                  </a:lnTo>
                  <a:lnTo>
                    <a:pt x="0" y="0"/>
                  </a:lnTo>
                  <a:lnTo>
                    <a:pt x="0" y="4190954"/>
                  </a:lnTo>
                  <a:close/>
                </a:path>
              </a:pathLst>
            </a:custGeom>
            <a:blipFill>
              <a:blip r:embed="rId4">
                <a:extLst>
                  <a:ext uri="{96DAC541-7B7A-43D3-8B79-37D633B846F1}">
                    <asvg:svgBlip xmlns:asvg="http://schemas.microsoft.com/office/drawing/2016/SVG/main" r:embed="rId5"/>
                  </a:ext>
                </a:extLst>
              </a:blip>
              <a:stretch>
                <a:fillRect l="0" t="0" r="0" b="-41390"/>
              </a:stretch>
            </a:blipFill>
          </p:spPr>
        </p:sp>
      </p:grpSp>
      <p:sp>
        <p:nvSpPr>
          <p:cNvPr name="TextBox 8" id="8"/>
          <p:cNvSpPr txBox="true"/>
          <p:nvPr/>
        </p:nvSpPr>
        <p:spPr>
          <a:xfrm rot="0">
            <a:off x="6354203" y="1611882"/>
            <a:ext cx="5579595" cy="744824"/>
          </a:xfrm>
          <a:prstGeom prst="rect">
            <a:avLst/>
          </a:prstGeom>
        </p:spPr>
        <p:txBody>
          <a:bodyPr anchor="t" rtlCol="false" tIns="0" lIns="0" bIns="0" rIns="0">
            <a:spAutoFit/>
          </a:bodyPr>
          <a:lstStyle/>
          <a:p>
            <a:pPr algn="ctr" marL="0" indent="0" lvl="0">
              <a:lnSpc>
                <a:spcPts val="5990"/>
              </a:lnSpc>
              <a:spcBef>
                <a:spcPct val="0"/>
              </a:spcBef>
            </a:pPr>
            <a:r>
              <a:rPr lang="en-US" sz="4754" spc="-209">
                <a:solidFill>
                  <a:srgbClr val="FFFFFF"/>
                </a:solidFill>
                <a:latin typeface="210 도시락"/>
                <a:ea typeface="210 도시락"/>
                <a:cs typeface="210 도시락"/>
                <a:sym typeface="210 도시락"/>
              </a:rPr>
              <a:t>프로젝트 소개</a:t>
            </a:r>
          </a:p>
        </p:txBody>
      </p:sp>
      <p:sp>
        <p:nvSpPr>
          <p:cNvPr name="TextBox 9" id="9"/>
          <p:cNvSpPr txBox="true"/>
          <p:nvPr/>
        </p:nvSpPr>
        <p:spPr>
          <a:xfrm rot="0">
            <a:off x="6354203" y="2889963"/>
            <a:ext cx="5579595" cy="744824"/>
          </a:xfrm>
          <a:prstGeom prst="rect">
            <a:avLst/>
          </a:prstGeom>
        </p:spPr>
        <p:txBody>
          <a:bodyPr anchor="t" rtlCol="false" tIns="0" lIns="0" bIns="0" rIns="0">
            <a:spAutoFit/>
          </a:bodyPr>
          <a:lstStyle/>
          <a:p>
            <a:pPr algn="ctr" marL="0" indent="0" lvl="0">
              <a:lnSpc>
                <a:spcPts val="5990"/>
              </a:lnSpc>
              <a:spcBef>
                <a:spcPct val="0"/>
              </a:spcBef>
            </a:pPr>
            <a:r>
              <a:rPr lang="en-US" sz="4754" spc="-209">
                <a:solidFill>
                  <a:srgbClr val="FFFFFF"/>
                </a:solidFill>
                <a:latin typeface="210 도시락"/>
                <a:ea typeface="210 도시락"/>
                <a:cs typeface="210 도시락"/>
                <a:sym typeface="210 도시락"/>
              </a:rPr>
              <a:t>팀 소개</a:t>
            </a:r>
          </a:p>
        </p:txBody>
      </p:sp>
      <p:sp>
        <p:nvSpPr>
          <p:cNvPr name="TextBox 10" id="10"/>
          <p:cNvSpPr txBox="true"/>
          <p:nvPr/>
        </p:nvSpPr>
        <p:spPr>
          <a:xfrm rot="0">
            <a:off x="6354203" y="4168044"/>
            <a:ext cx="5579595" cy="744824"/>
          </a:xfrm>
          <a:prstGeom prst="rect">
            <a:avLst/>
          </a:prstGeom>
        </p:spPr>
        <p:txBody>
          <a:bodyPr anchor="t" rtlCol="false" tIns="0" lIns="0" bIns="0" rIns="0">
            <a:spAutoFit/>
          </a:bodyPr>
          <a:lstStyle/>
          <a:p>
            <a:pPr algn="ctr" marL="0" indent="0" lvl="0">
              <a:lnSpc>
                <a:spcPts val="5990"/>
              </a:lnSpc>
              <a:spcBef>
                <a:spcPct val="0"/>
              </a:spcBef>
            </a:pPr>
            <a:r>
              <a:rPr lang="en-US" sz="4754" spc="-209">
                <a:solidFill>
                  <a:srgbClr val="FFFFFF"/>
                </a:solidFill>
                <a:latin typeface="210 도시락"/>
                <a:ea typeface="210 도시락"/>
                <a:cs typeface="210 도시락"/>
                <a:sym typeface="210 도시락"/>
              </a:rPr>
              <a:t>프로젝트 목표</a:t>
            </a:r>
          </a:p>
        </p:txBody>
      </p:sp>
      <p:sp>
        <p:nvSpPr>
          <p:cNvPr name="TextBox 11" id="11"/>
          <p:cNvSpPr txBox="true"/>
          <p:nvPr/>
        </p:nvSpPr>
        <p:spPr>
          <a:xfrm rot="0">
            <a:off x="6354203" y="5446125"/>
            <a:ext cx="5579595" cy="744824"/>
          </a:xfrm>
          <a:prstGeom prst="rect">
            <a:avLst/>
          </a:prstGeom>
        </p:spPr>
        <p:txBody>
          <a:bodyPr anchor="t" rtlCol="false" tIns="0" lIns="0" bIns="0" rIns="0">
            <a:spAutoFit/>
          </a:bodyPr>
          <a:lstStyle/>
          <a:p>
            <a:pPr algn="ctr" marL="0" indent="0" lvl="0">
              <a:lnSpc>
                <a:spcPts val="5990"/>
              </a:lnSpc>
              <a:spcBef>
                <a:spcPct val="0"/>
              </a:spcBef>
            </a:pPr>
            <a:r>
              <a:rPr lang="en-US" sz="4754" spc="-209">
                <a:solidFill>
                  <a:srgbClr val="FFFFFF"/>
                </a:solidFill>
                <a:latin typeface="210 도시락"/>
                <a:ea typeface="210 도시락"/>
                <a:cs typeface="210 도시락"/>
                <a:sym typeface="210 도시락"/>
              </a:rPr>
              <a:t>프로젝트 진행 과정</a:t>
            </a:r>
          </a:p>
        </p:txBody>
      </p:sp>
      <p:sp>
        <p:nvSpPr>
          <p:cNvPr name="TextBox 12" id="12"/>
          <p:cNvSpPr txBox="true"/>
          <p:nvPr/>
        </p:nvSpPr>
        <p:spPr>
          <a:xfrm rot="0">
            <a:off x="6354203" y="6724206"/>
            <a:ext cx="5579595" cy="744824"/>
          </a:xfrm>
          <a:prstGeom prst="rect">
            <a:avLst/>
          </a:prstGeom>
        </p:spPr>
        <p:txBody>
          <a:bodyPr anchor="t" rtlCol="false" tIns="0" lIns="0" bIns="0" rIns="0">
            <a:spAutoFit/>
          </a:bodyPr>
          <a:lstStyle/>
          <a:p>
            <a:pPr algn="ctr" marL="0" indent="0" lvl="0">
              <a:lnSpc>
                <a:spcPts val="5990"/>
              </a:lnSpc>
              <a:spcBef>
                <a:spcPct val="0"/>
              </a:spcBef>
            </a:pPr>
            <a:r>
              <a:rPr lang="en-US" sz="4754" spc="-209">
                <a:solidFill>
                  <a:srgbClr val="FFFFFF"/>
                </a:solidFill>
                <a:latin typeface="210 도시락"/>
                <a:ea typeface="210 도시락"/>
                <a:cs typeface="210 도시락"/>
                <a:sym typeface="210 도시락"/>
              </a:rPr>
              <a:t>차트 분석</a:t>
            </a:r>
          </a:p>
        </p:txBody>
      </p:sp>
      <p:sp>
        <p:nvSpPr>
          <p:cNvPr name="TextBox 13" id="13"/>
          <p:cNvSpPr txBox="true"/>
          <p:nvPr/>
        </p:nvSpPr>
        <p:spPr>
          <a:xfrm rot="0">
            <a:off x="6354203" y="8002286"/>
            <a:ext cx="5579595" cy="744824"/>
          </a:xfrm>
          <a:prstGeom prst="rect">
            <a:avLst/>
          </a:prstGeom>
        </p:spPr>
        <p:txBody>
          <a:bodyPr anchor="t" rtlCol="false" tIns="0" lIns="0" bIns="0" rIns="0">
            <a:spAutoFit/>
          </a:bodyPr>
          <a:lstStyle/>
          <a:p>
            <a:pPr algn="ctr" marL="0" indent="0" lvl="0">
              <a:lnSpc>
                <a:spcPts val="5990"/>
              </a:lnSpc>
              <a:spcBef>
                <a:spcPct val="0"/>
              </a:spcBef>
            </a:pPr>
            <a:r>
              <a:rPr lang="en-US" sz="4754" spc="-209">
                <a:solidFill>
                  <a:srgbClr val="FFFFFF"/>
                </a:solidFill>
                <a:latin typeface="210 도시락"/>
                <a:ea typeface="210 도시락"/>
                <a:cs typeface="210 도시락"/>
                <a:sym typeface="210 도시락"/>
              </a:rPr>
              <a:t>사진 분석</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sp>
        <p:nvSpPr>
          <p:cNvPr name="Freeform 5" id="5"/>
          <p:cNvSpPr/>
          <p:nvPr/>
        </p:nvSpPr>
        <p:spPr>
          <a:xfrm flipH="false" flipV="false" rot="0">
            <a:off x="2624124" y="2382794"/>
            <a:ext cx="13039752" cy="6875506"/>
          </a:xfrm>
          <a:custGeom>
            <a:avLst/>
            <a:gdLst/>
            <a:ahLst/>
            <a:cxnLst/>
            <a:rect r="r" b="b" t="t" l="l"/>
            <a:pathLst>
              <a:path h="6875506" w="13039752">
                <a:moveTo>
                  <a:pt x="0" y="0"/>
                </a:moveTo>
                <a:lnTo>
                  <a:pt x="13039752" y="0"/>
                </a:lnTo>
                <a:lnTo>
                  <a:pt x="13039752" y="6875506"/>
                </a:lnTo>
                <a:lnTo>
                  <a:pt x="0" y="6875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010622" y="2746083"/>
            <a:ext cx="424835" cy="6148928"/>
          </a:xfrm>
          <a:custGeom>
            <a:avLst/>
            <a:gdLst/>
            <a:ahLst/>
            <a:cxnLst/>
            <a:rect r="r" b="b" t="t" l="l"/>
            <a:pathLst>
              <a:path h="6148928" w="424835">
                <a:moveTo>
                  <a:pt x="0" y="0"/>
                </a:moveTo>
                <a:lnTo>
                  <a:pt x="424835" y="0"/>
                </a:lnTo>
                <a:lnTo>
                  <a:pt x="424835" y="6148928"/>
                </a:lnTo>
                <a:lnTo>
                  <a:pt x="0" y="61489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5129134" y="695036"/>
            <a:ext cx="8029732" cy="1127109"/>
          </a:xfrm>
          <a:prstGeom prst="rect">
            <a:avLst/>
          </a:prstGeom>
        </p:spPr>
        <p:txBody>
          <a:bodyPr anchor="t" rtlCol="false" tIns="0" lIns="0" bIns="0" rIns="0">
            <a:spAutoFit/>
          </a:bodyPr>
          <a:lstStyle/>
          <a:p>
            <a:pPr algn="ctr">
              <a:lnSpc>
                <a:spcPts val="9013"/>
              </a:lnSpc>
            </a:pPr>
            <a:r>
              <a:rPr lang="en-US" sz="6777" spc="-142">
                <a:solidFill>
                  <a:srgbClr val="1A3FB4"/>
                </a:solidFill>
                <a:latin typeface="210 도시락"/>
                <a:ea typeface="210 도시락"/>
                <a:cs typeface="210 도시락"/>
                <a:sym typeface="210 도시락"/>
              </a:rPr>
              <a:t>프로젝트소개</a:t>
            </a:r>
          </a:p>
        </p:txBody>
      </p:sp>
      <p:sp>
        <p:nvSpPr>
          <p:cNvPr name="TextBox 8" id="8"/>
          <p:cNvSpPr txBox="true"/>
          <p:nvPr/>
        </p:nvSpPr>
        <p:spPr>
          <a:xfrm rot="0">
            <a:off x="3488373" y="3147785"/>
            <a:ext cx="10610453" cy="4948555"/>
          </a:xfrm>
          <a:prstGeom prst="rect">
            <a:avLst/>
          </a:prstGeom>
        </p:spPr>
        <p:txBody>
          <a:bodyPr anchor="t" rtlCol="false" tIns="0" lIns="0" bIns="0" rIns="0">
            <a:spAutoFit/>
          </a:bodyPr>
          <a:lstStyle/>
          <a:p>
            <a:pPr algn="l">
              <a:lnSpc>
                <a:spcPts val="3919"/>
              </a:lnSpc>
            </a:pPr>
            <a:r>
              <a:rPr lang="en-US" sz="2799">
                <a:solidFill>
                  <a:srgbClr val="272727"/>
                </a:solidFill>
                <a:latin typeface="210 디딤고딕"/>
                <a:ea typeface="210 디딤고딕"/>
                <a:cs typeface="210 디딤고딕"/>
                <a:sym typeface="210 디딤고딕"/>
              </a:rPr>
              <a:t>이곳에 프로젝트 소개 내용을 입력해 주세요.</a:t>
            </a:r>
          </a:p>
          <a:p>
            <a:pPr algn="l">
              <a:lnSpc>
                <a:spcPts val="3919"/>
              </a:lnSpc>
            </a:pPr>
            <a:r>
              <a:rPr lang="en-US" sz="2799">
                <a:solidFill>
                  <a:srgbClr val="272727"/>
                </a:solidFill>
                <a:latin typeface="210 디딤고딕"/>
                <a:ea typeface="210 디딤고딕"/>
                <a:cs typeface="210 디딤고딕"/>
                <a:sym typeface="210 디딤고딕"/>
              </a:rPr>
              <a:t>이곳에 프로젝트 소개 내용을 입력해 주세요.</a:t>
            </a:r>
          </a:p>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grpSp>
        <p:nvGrpSpPr>
          <p:cNvPr name="Group 5" id="5"/>
          <p:cNvGrpSpPr>
            <a:grpSpLocks noChangeAspect="true"/>
          </p:cNvGrpSpPr>
          <p:nvPr/>
        </p:nvGrpSpPr>
        <p:grpSpPr>
          <a:xfrm rot="0">
            <a:off x="514350" y="2966710"/>
            <a:ext cx="4148020" cy="4881172"/>
            <a:chOff x="0" y="0"/>
            <a:chExt cx="5396230" cy="6350000"/>
          </a:xfrm>
        </p:grpSpPr>
        <p:sp>
          <p:nvSpPr>
            <p:cNvPr name="Freeform 6" id="6"/>
            <p:cNvSpPr/>
            <p:nvPr/>
          </p:nvSpPr>
          <p:spPr>
            <a:xfrm flipH="false" flipV="false" rot="0">
              <a:off x="11430" y="11430"/>
              <a:ext cx="5373370" cy="6327140"/>
            </a:xfrm>
            <a:custGeom>
              <a:avLst/>
              <a:gdLst/>
              <a:ahLst/>
              <a:cxnLst/>
              <a:rect r="r" b="b" t="t" l="l"/>
              <a:pathLst>
                <a:path h="6327140" w="537337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blipFill>
              <a:blip r:embed="rId4"/>
              <a:stretch>
                <a:fillRect l="0" t="-13734" r="0" b="-13734"/>
              </a:stretch>
            </a:blipFill>
          </p:spPr>
        </p:sp>
        <p:sp>
          <p:nvSpPr>
            <p:cNvPr name="Freeform 7" id="7"/>
            <p:cNvSpPr/>
            <p:nvPr/>
          </p:nvSpPr>
          <p:spPr>
            <a:xfrm flipH="false" flipV="false" rot="0">
              <a:off x="11430" y="6102350"/>
              <a:ext cx="5373370" cy="236220"/>
            </a:xfrm>
            <a:custGeom>
              <a:avLst/>
              <a:gdLst/>
              <a:ahLst/>
              <a:cxnLst/>
              <a:rect r="r" b="b" t="t" l="l"/>
              <a:pathLst>
                <a:path h="236220" w="537337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sp>
        <p:sp>
          <p:nvSpPr>
            <p:cNvPr name="Freeform 8" id="8"/>
            <p:cNvSpPr/>
            <p:nvPr/>
          </p:nvSpPr>
          <p:spPr>
            <a:xfrm flipH="false" flipV="false" rot="0">
              <a:off x="11430" y="11430"/>
              <a:ext cx="5373370" cy="6327140"/>
            </a:xfrm>
            <a:custGeom>
              <a:avLst/>
              <a:gdLst/>
              <a:ahLst/>
              <a:cxnLst/>
              <a:rect r="r" b="b" t="t" l="l"/>
              <a:pathLst>
                <a:path h="6327140" w="537337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E4E3E2"/>
            </a:solidFill>
          </p:spPr>
        </p:sp>
        <p:sp>
          <p:nvSpPr>
            <p:cNvPr name="Freeform 9" id="9"/>
            <p:cNvSpPr/>
            <p:nvPr/>
          </p:nvSpPr>
          <p:spPr>
            <a:xfrm flipH="false" flipV="false" rot="0">
              <a:off x="198120" y="160020"/>
              <a:ext cx="650240" cy="162560"/>
            </a:xfrm>
            <a:custGeom>
              <a:avLst/>
              <a:gdLst/>
              <a:ahLst/>
              <a:cxnLst/>
              <a:rect r="r" b="b" t="t" l="l"/>
              <a:pathLst>
                <a:path h="162560" w="65024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1A3FB4"/>
            </a:solidFill>
          </p:spPr>
        </p:sp>
        <p:sp>
          <p:nvSpPr>
            <p:cNvPr name="Freeform 10" id="10"/>
            <p:cNvSpPr/>
            <p:nvPr/>
          </p:nvSpPr>
          <p:spPr>
            <a:xfrm flipH="false" flipV="false" rot="0">
              <a:off x="71120" y="6151880"/>
              <a:ext cx="5253990" cy="134620"/>
            </a:xfrm>
            <a:custGeom>
              <a:avLst/>
              <a:gdLst/>
              <a:ahLst/>
              <a:cxnLst/>
              <a:rect r="r" b="b" t="t" l="l"/>
              <a:pathLst>
                <a:path h="134620" w="525399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1A3FB4"/>
            </a:solidFill>
          </p:spPr>
        </p:sp>
        <p:sp>
          <p:nvSpPr>
            <p:cNvPr name="Freeform 11" id="11"/>
            <p:cNvSpPr/>
            <p:nvPr/>
          </p:nvSpPr>
          <p:spPr>
            <a:xfrm flipH="false" flipV="false" rot="0">
              <a:off x="0" y="0"/>
              <a:ext cx="5396230" cy="6348730"/>
            </a:xfrm>
            <a:custGeom>
              <a:avLst/>
              <a:gdLst/>
              <a:ahLst/>
              <a:cxnLst/>
              <a:rect r="r" b="b" t="t" l="l"/>
              <a:pathLst>
                <a:path h="6348730" w="53962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1A3FB4"/>
            </a:solidFill>
          </p:spPr>
        </p:sp>
      </p:grpSp>
      <p:sp>
        <p:nvSpPr>
          <p:cNvPr name="TextBox 12" id="12"/>
          <p:cNvSpPr txBox="true"/>
          <p:nvPr/>
        </p:nvSpPr>
        <p:spPr>
          <a:xfrm rot="0">
            <a:off x="6547819" y="695036"/>
            <a:ext cx="5192363" cy="1127109"/>
          </a:xfrm>
          <a:prstGeom prst="rect">
            <a:avLst/>
          </a:prstGeom>
        </p:spPr>
        <p:txBody>
          <a:bodyPr anchor="t" rtlCol="false" tIns="0" lIns="0" bIns="0" rIns="0">
            <a:spAutoFit/>
          </a:bodyPr>
          <a:lstStyle/>
          <a:p>
            <a:pPr algn="ctr">
              <a:lnSpc>
                <a:spcPts val="9013"/>
              </a:lnSpc>
            </a:pPr>
            <a:r>
              <a:rPr lang="en-US" sz="6777" spc="-142">
                <a:solidFill>
                  <a:srgbClr val="1A3FB4"/>
                </a:solidFill>
                <a:latin typeface="210 도시락"/>
                <a:ea typeface="210 도시락"/>
                <a:cs typeface="210 도시락"/>
                <a:sym typeface="210 도시락"/>
              </a:rPr>
              <a:t>팀 소개</a:t>
            </a:r>
          </a:p>
        </p:txBody>
      </p:sp>
      <p:grpSp>
        <p:nvGrpSpPr>
          <p:cNvPr name="Group 13" id="13"/>
          <p:cNvGrpSpPr>
            <a:grpSpLocks noChangeAspect="true"/>
          </p:cNvGrpSpPr>
          <p:nvPr/>
        </p:nvGrpSpPr>
        <p:grpSpPr>
          <a:xfrm rot="0">
            <a:off x="4886491" y="2966710"/>
            <a:ext cx="4148020" cy="4881172"/>
            <a:chOff x="0" y="0"/>
            <a:chExt cx="5396230" cy="6350000"/>
          </a:xfrm>
        </p:grpSpPr>
        <p:sp>
          <p:nvSpPr>
            <p:cNvPr name="Freeform 14" id="14"/>
            <p:cNvSpPr/>
            <p:nvPr/>
          </p:nvSpPr>
          <p:spPr>
            <a:xfrm flipH="false" flipV="false" rot="0">
              <a:off x="11430" y="11430"/>
              <a:ext cx="5373370" cy="6327140"/>
            </a:xfrm>
            <a:custGeom>
              <a:avLst/>
              <a:gdLst/>
              <a:ahLst/>
              <a:cxnLst/>
              <a:rect r="r" b="b" t="t" l="l"/>
              <a:pathLst>
                <a:path h="6327140" w="537337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blipFill>
              <a:blip r:embed="rId5"/>
              <a:stretch>
                <a:fillRect l="0" t="-7952" r="0" b="-19515"/>
              </a:stretch>
            </a:blipFill>
          </p:spPr>
        </p:sp>
        <p:sp>
          <p:nvSpPr>
            <p:cNvPr name="Freeform 15" id="15"/>
            <p:cNvSpPr/>
            <p:nvPr/>
          </p:nvSpPr>
          <p:spPr>
            <a:xfrm flipH="false" flipV="false" rot="0">
              <a:off x="11430" y="6102350"/>
              <a:ext cx="5373370" cy="236220"/>
            </a:xfrm>
            <a:custGeom>
              <a:avLst/>
              <a:gdLst/>
              <a:ahLst/>
              <a:cxnLst/>
              <a:rect r="r" b="b" t="t" l="l"/>
              <a:pathLst>
                <a:path h="236220" w="537337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sp>
        <p:sp>
          <p:nvSpPr>
            <p:cNvPr name="Freeform 16" id="16"/>
            <p:cNvSpPr/>
            <p:nvPr/>
          </p:nvSpPr>
          <p:spPr>
            <a:xfrm flipH="false" flipV="false" rot="0">
              <a:off x="11430" y="11430"/>
              <a:ext cx="5373370" cy="6327140"/>
            </a:xfrm>
            <a:custGeom>
              <a:avLst/>
              <a:gdLst/>
              <a:ahLst/>
              <a:cxnLst/>
              <a:rect r="r" b="b" t="t" l="l"/>
              <a:pathLst>
                <a:path h="6327140" w="537337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E4E3E2"/>
            </a:solidFill>
          </p:spPr>
        </p:sp>
        <p:sp>
          <p:nvSpPr>
            <p:cNvPr name="Freeform 17" id="17"/>
            <p:cNvSpPr/>
            <p:nvPr/>
          </p:nvSpPr>
          <p:spPr>
            <a:xfrm flipH="false" flipV="false" rot="0">
              <a:off x="198120" y="160020"/>
              <a:ext cx="650240" cy="162560"/>
            </a:xfrm>
            <a:custGeom>
              <a:avLst/>
              <a:gdLst/>
              <a:ahLst/>
              <a:cxnLst/>
              <a:rect r="r" b="b" t="t" l="l"/>
              <a:pathLst>
                <a:path h="162560" w="65024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1A3FB4"/>
            </a:solidFill>
          </p:spPr>
        </p:sp>
        <p:sp>
          <p:nvSpPr>
            <p:cNvPr name="Freeform 18" id="18"/>
            <p:cNvSpPr/>
            <p:nvPr/>
          </p:nvSpPr>
          <p:spPr>
            <a:xfrm flipH="false" flipV="false" rot="0">
              <a:off x="71120" y="6151880"/>
              <a:ext cx="5253990" cy="134620"/>
            </a:xfrm>
            <a:custGeom>
              <a:avLst/>
              <a:gdLst/>
              <a:ahLst/>
              <a:cxnLst/>
              <a:rect r="r" b="b" t="t" l="l"/>
              <a:pathLst>
                <a:path h="134620" w="525399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1A3FB4"/>
            </a:solidFill>
          </p:spPr>
        </p:sp>
        <p:sp>
          <p:nvSpPr>
            <p:cNvPr name="Freeform 19" id="19"/>
            <p:cNvSpPr/>
            <p:nvPr/>
          </p:nvSpPr>
          <p:spPr>
            <a:xfrm flipH="false" flipV="false" rot="0">
              <a:off x="0" y="0"/>
              <a:ext cx="5396230" cy="6348730"/>
            </a:xfrm>
            <a:custGeom>
              <a:avLst/>
              <a:gdLst/>
              <a:ahLst/>
              <a:cxnLst/>
              <a:rect r="r" b="b" t="t" l="l"/>
              <a:pathLst>
                <a:path h="6348730" w="53962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1A3FB4"/>
            </a:solidFill>
          </p:spPr>
        </p:sp>
      </p:grpSp>
      <p:grpSp>
        <p:nvGrpSpPr>
          <p:cNvPr name="Group 20" id="20"/>
          <p:cNvGrpSpPr>
            <a:grpSpLocks noChangeAspect="true"/>
          </p:cNvGrpSpPr>
          <p:nvPr/>
        </p:nvGrpSpPr>
        <p:grpSpPr>
          <a:xfrm rot="0">
            <a:off x="13625630" y="2966710"/>
            <a:ext cx="4148020" cy="4881172"/>
            <a:chOff x="0" y="0"/>
            <a:chExt cx="5396230" cy="6350000"/>
          </a:xfrm>
        </p:grpSpPr>
        <p:sp>
          <p:nvSpPr>
            <p:cNvPr name="Freeform 21" id="21"/>
            <p:cNvSpPr/>
            <p:nvPr/>
          </p:nvSpPr>
          <p:spPr>
            <a:xfrm flipH="false" flipV="false" rot="0">
              <a:off x="11430" y="11430"/>
              <a:ext cx="5373370" cy="6327140"/>
            </a:xfrm>
            <a:custGeom>
              <a:avLst/>
              <a:gdLst/>
              <a:ahLst/>
              <a:cxnLst/>
              <a:rect r="r" b="b" t="t" l="l"/>
              <a:pathLst>
                <a:path h="6327140" w="537337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blipFill>
              <a:blip r:embed="rId6"/>
              <a:stretch>
                <a:fillRect l="-39314" t="-38112" r="-27999" b="-75160"/>
              </a:stretch>
            </a:blipFill>
          </p:spPr>
        </p:sp>
        <p:sp>
          <p:nvSpPr>
            <p:cNvPr name="Freeform 22" id="22"/>
            <p:cNvSpPr/>
            <p:nvPr/>
          </p:nvSpPr>
          <p:spPr>
            <a:xfrm flipH="false" flipV="false" rot="0">
              <a:off x="11430" y="6102350"/>
              <a:ext cx="5373370" cy="236220"/>
            </a:xfrm>
            <a:custGeom>
              <a:avLst/>
              <a:gdLst/>
              <a:ahLst/>
              <a:cxnLst/>
              <a:rect r="r" b="b" t="t" l="l"/>
              <a:pathLst>
                <a:path h="236220" w="537337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sp>
        <p:sp>
          <p:nvSpPr>
            <p:cNvPr name="Freeform 23" id="23"/>
            <p:cNvSpPr/>
            <p:nvPr/>
          </p:nvSpPr>
          <p:spPr>
            <a:xfrm flipH="false" flipV="false" rot="0">
              <a:off x="11430" y="11430"/>
              <a:ext cx="5373370" cy="6327140"/>
            </a:xfrm>
            <a:custGeom>
              <a:avLst/>
              <a:gdLst/>
              <a:ahLst/>
              <a:cxnLst/>
              <a:rect r="r" b="b" t="t" l="l"/>
              <a:pathLst>
                <a:path h="6327140" w="537337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E4E3E2"/>
            </a:solidFill>
          </p:spPr>
        </p:sp>
        <p:sp>
          <p:nvSpPr>
            <p:cNvPr name="Freeform 24" id="24"/>
            <p:cNvSpPr/>
            <p:nvPr/>
          </p:nvSpPr>
          <p:spPr>
            <a:xfrm flipH="false" flipV="false" rot="0">
              <a:off x="198120" y="160020"/>
              <a:ext cx="650240" cy="162560"/>
            </a:xfrm>
            <a:custGeom>
              <a:avLst/>
              <a:gdLst/>
              <a:ahLst/>
              <a:cxnLst/>
              <a:rect r="r" b="b" t="t" l="l"/>
              <a:pathLst>
                <a:path h="162560" w="65024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1A3FB4"/>
            </a:solidFill>
          </p:spPr>
        </p:sp>
        <p:sp>
          <p:nvSpPr>
            <p:cNvPr name="Freeform 25" id="25"/>
            <p:cNvSpPr/>
            <p:nvPr/>
          </p:nvSpPr>
          <p:spPr>
            <a:xfrm flipH="false" flipV="false" rot="0">
              <a:off x="71120" y="6151880"/>
              <a:ext cx="5253990" cy="134620"/>
            </a:xfrm>
            <a:custGeom>
              <a:avLst/>
              <a:gdLst/>
              <a:ahLst/>
              <a:cxnLst/>
              <a:rect r="r" b="b" t="t" l="l"/>
              <a:pathLst>
                <a:path h="134620" w="525399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1A3FB4"/>
            </a:solidFill>
          </p:spPr>
        </p:sp>
        <p:sp>
          <p:nvSpPr>
            <p:cNvPr name="Freeform 26" id="26"/>
            <p:cNvSpPr/>
            <p:nvPr/>
          </p:nvSpPr>
          <p:spPr>
            <a:xfrm flipH="false" flipV="false" rot="0">
              <a:off x="0" y="0"/>
              <a:ext cx="5396230" cy="6348730"/>
            </a:xfrm>
            <a:custGeom>
              <a:avLst/>
              <a:gdLst/>
              <a:ahLst/>
              <a:cxnLst/>
              <a:rect r="r" b="b" t="t" l="l"/>
              <a:pathLst>
                <a:path h="6348730" w="53962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1A3FB4"/>
            </a:solidFill>
          </p:spPr>
        </p:sp>
      </p:grpSp>
      <p:grpSp>
        <p:nvGrpSpPr>
          <p:cNvPr name="Group 27" id="27"/>
          <p:cNvGrpSpPr>
            <a:grpSpLocks noChangeAspect="true"/>
          </p:cNvGrpSpPr>
          <p:nvPr/>
        </p:nvGrpSpPr>
        <p:grpSpPr>
          <a:xfrm rot="0">
            <a:off x="9256060" y="2966710"/>
            <a:ext cx="4148020" cy="4881172"/>
            <a:chOff x="0" y="0"/>
            <a:chExt cx="5396230" cy="6350000"/>
          </a:xfrm>
        </p:grpSpPr>
        <p:sp>
          <p:nvSpPr>
            <p:cNvPr name="Freeform 28" id="28"/>
            <p:cNvSpPr/>
            <p:nvPr/>
          </p:nvSpPr>
          <p:spPr>
            <a:xfrm flipH="false" flipV="false" rot="0">
              <a:off x="11430" y="11430"/>
              <a:ext cx="5373370" cy="6327140"/>
            </a:xfrm>
            <a:custGeom>
              <a:avLst/>
              <a:gdLst/>
              <a:ahLst/>
              <a:cxnLst/>
              <a:rect r="r" b="b" t="t" l="l"/>
              <a:pathLst>
                <a:path h="6327140" w="537337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blipFill>
              <a:blip r:embed="rId7"/>
              <a:stretch>
                <a:fillRect l="-48579" t="0" r="-28156" b="0"/>
              </a:stretch>
            </a:blipFill>
          </p:spPr>
        </p:sp>
        <p:sp>
          <p:nvSpPr>
            <p:cNvPr name="Freeform 29" id="29"/>
            <p:cNvSpPr/>
            <p:nvPr/>
          </p:nvSpPr>
          <p:spPr>
            <a:xfrm flipH="false" flipV="false" rot="0">
              <a:off x="11430" y="6102350"/>
              <a:ext cx="5373370" cy="236220"/>
            </a:xfrm>
            <a:custGeom>
              <a:avLst/>
              <a:gdLst/>
              <a:ahLst/>
              <a:cxnLst/>
              <a:rect r="r" b="b" t="t" l="l"/>
              <a:pathLst>
                <a:path h="236220" w="537337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sp>
        <p:sp>
          <p:nvSpPr>
            <p:cNvPr name="Freeform 30" id="30"/>
            <p:cNvSpPr/>
            <p:nvPr/>
          </p:nvSpPr>
          <p:spPr>
            <a:xfrm flipH="false" flipV="false" rot="0">
              <a:off x="11430" y="11430"/>
              <a:ext cx="5373370" cy="6327140"/>
            </a:xfrm>
            <a:custGeom>
              <a:avLst/>
              <a:gdLst/>
              <a:ahLst/>
              <a:cxnLst/>
              <a:rect r="r" b="b" t="t" l="l"/>
              <a:pathLst>
                <a:path h="6327140" w="537337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E4E3E2"/>
            </a:solidFill>
          </p:spPr>
        </p:sp>
        <p:sp>
          <p:nvSpPr>
            <p:cNvPr name="Freeform 31" id="31"/>
            <p:cNvSpPr/>
            <p:nvPr/>
          </p:nvSpPr>
          <p:spPr>
            <a:xfrm flipH="false" flipV="false" rot="0">
              <a:off x="198120" y="160020"/>
              <a:ext cx="650240" cy="162560"/>
            </a:xfrm>
            <a:custGeom>
              <a:avLst/>
              <a:gdLst/>
              <a:ahLst/>
              <a:cxnLst/>
              <a:rect r="r" b="b" t="t" l="l"/>
              <a:pathLst>
                <a:path h="162560" w="65024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1A3FB4"/>
            </a:solidFill>
          </p:spPr>
        </p:sp>
        <p:sp>
          <p:nvSpPr>
            <p:cNvPr name="Freeform 32" id="32"/>
            <p:cNvSpPr/>
            <p:nvPr/>
          </p:nvSpPr>
          <p:spPr>
            <a:xfrm flipH="false" flipV="false" rot="0">
              <a:off x="71120" y="6151880"/>
              <a:ext cx="5253990" cy="134620"/>
            </a:xfrm>
            <a:custGeom>
              <a:avLst/>
              <a:gdLst/>
              <a:ahLst/>
              <a:cxnLst/>
              <a:rect r="r" b="b" t="t" l="l"/>
              <a:pathLst>
                <a:path h="134620" w="525399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1A3FB4"/>
            </a:solidFill>
          </p:spPr>
        </p:sp>
        <p:sp>
          <p:nvSpPr>
            <p:cNvPr name="Freeform 33" id="33"/>
            <p:cNvSpPr/>
            <p:nvPr/>
          </p:nvSpPr>
          <p:spPr>
            <a:xfrm flipH="false" flipV="false" rot="0">
              <a:off x="0" y="0"/>
              <a:ext cx="5396230" cy="6348730"/>
            </a:xfrm>
            <a:custGeom>
              <a:avLst/>
              <a:gdLst/>
              <a:ahLst/>
              <a:cxnLst/>
              <a:rect r="r" b="b" t="t" l="l"/>
              <a:pathLst>
                <a:path h="6348730" w="53962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1A3FB4"/>
            </a:solidFill>
          </p:spPr>
        </p:sp>
      </p:grpSp>
      <p:sp>
        <p:nvSpPr>
          <p:cNvPr name="Freeform 34" id="34"/>
          <p:cNvSpPr/>
          <p:nvPr/>
        </p:nvSpPr>
        <p:spPr>
          <a:xfrm flipH="false" flipV="false" rot="0">
            <a:off x="3777624" y="7277220"/>
            <a:ext cx="881674" cy="1141325"/>
          </a:xfrm>
          <a:custGeom>
            <a:avLst/>
            <a:gdLst/>
            <a:ahLst/>
            <a:cxnLst/>
            <a:rect r="r" b="b" t="t" l="l"/>
            <a:pathLst>
              <a:path h="1141325" w="881674">
                <a:moveTo>
                  <a:pt x="0" y="0"/>
                </a:moveTo>
                <a:lnTo>
                  <a:pt x="881673" y="0"/>
                </a:lnTo>
                <a:lnTo>
                  <a:pt x="881673" y="1141325"/>
                </a:lnTo>
                <a:lnTo>
                  <a:pt x="0" y="11413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5" id="35"/>
          <p:cNvSpPr txBox="true"/>
          <p:nvPr/>
        </p:nvSpPr>
        <p:spPr>
          <a:xfrm rot="0">
            <a:off x="1543612" y="8066091"/>
            <a:ext cx="2089497" cy="490855"/>
          </a:xfrm>
          <a:prstGeom prst="rect">
            <a:avLst/>
          </a:prstGeom>
        </p:spPr>
        <p:txBody>
          <a:bodyPr anchor="t" rtlCol="false" tIns="0" lIns="0" bIns="0" rIns="0">
            <a:spAutoFit/>
          </a:bodyPr>
          <a:lstStyle/>
          <a:p>
            <a:pPr algn="ctr">
              <a:lnSpc>
                <a:spcPts val="3919"/>
              </a:lnSpc>
              <a:spcBef>
                <a:spcPct val="0"/>
              </a:spcBef>
            </a:pPr>
            <a:r>
              <a:rPr lang="en-US" sz="2799">
                <a:solidFill>
                  <a:srgbClr val="272727"/>
                </a:solidFill>
                <a:latin typeface="210 디딤고딕"/>
                <a:ea typeface="210 디딤고딕"/>
                <a:cs typeface="210 디딤고딕"/>
                <a:sym typeface="210 디딤고딕"/>
              </a:rPr>
              <a:t>이수진</a:t>
            </a:r>
          </a:p>
        </p:txBody>
      </p:sp>
      <p:sp>
        <p:nvSpPr>
          <p:cNvPr name="TextBox 36" id="36"/>
          <p:cNvSpPr txBox="true"/>
          <p:nvPr/>
        </p:nvSpPr>
        <p:spPr>
          <a:xfrm rot="0">
            <a:off x="5915753" y="8066091"/>
            <a:ext cx="2089497" cy="490855"/>
          </a:xfrm>
          <a:prstGeom prst="rect">
            <a:avLst/>
          </a:prstGeom>
        </p:spPr>
        <p:txBody>
          <a:bodyPr anchor="t" rtlCol="false" tIns="0" lIns="0" bIns="0" rIns="0">
            <a:spAutoFit/>
          </a:bodyPr>
          <a:lstStyle/>
          <a:p>
            <a:pPr algn="ctr">
              <a:lnSpc>
                <a:spcPts val="3919"/>
              </a:lnSpc>
              <a:spcBef>
                <a:spcPct val="0"/>
              </a:spcBef>
            </a:pPr>
            <a:r>
              <a:rPr lang="en-US" sz="2799">
                <a:solidFill>
                  <a:srgbClr val="272727"/>
                </a:solidFill>
                <a:latin typeface="210 디딤고딕"/>
                <a:ea typeface="210 디딤고딕"/>
                <a:cs typeface="210 디딤고딕"/>
                <a:sym typeface="210 디딤고딕"/>
              </a:rPr>
              <a:t>김민수</a:t>
            </a:r>
          </a:p>
        </p:txBody>
      </p:sp>
      <p:sp>
        <p:nvSpPr>
          <p:cNvPr name="TextBox 37" id="37"/>
          <p:cNvSpPr txBox="true"/>
          <p:nvPr/>
        </p:nvSpPr>
        <p:spPr>
          <a:xfrm rot="0">
            <a:off x="10285322" y="8066091"/>
            <a:ext cx="2089497" cy="490855"/>
          </a:xfrm>
          <a:prstGeom prst="rect">
            <a:avLst/>
          </a:prstGeom>
        </p:spPr>
        <p:txBody>
          <a:bodyPr anchor="t" rtlCol="false" tIns="0" lIns="0" bIns="0" rIns="0">
            <a:spAutoFit/>
          </a:bodyPr>
          <a:lstStyle/>
          <a:p>
            <a:pPr algn="ctr">
              <a:lnSpc>
                <a:spcPts val="3919"/>
              </a:lnSpc>
              <a:spcBef>
                <a:spcPct val="0"/>
              </a:spcBef>
            </a:pPr>
            <a:r>
              <a:rPr lang="en-US" sz="2799">
                <a:solidFill>
                  <a:srgbClr val="272727"/>
                </a:solidFill>
                <a:latin typeface="210 디딤고딕"/>
                <a:ea typeface="210 디딤고딕"/>
                <a:cs typeface="210 디딤고딕"/>
                <a:sym typeface="210 디딤고딕"/>
              </a:rPr>
              <a:t>이수진</a:t>
            </a:r>
          </a:p>
        </p:txBody>
      </p:sp>
      <p:sp>
        <p:nvSpPr>
          <p:cNvPr name="TextBox 38" id="38"/>
          <p:cNvSpPr txBox="true"/>
          <p:nvPr/>
        </p:nvSpPr>
        <p:spPr>
          <a:xfrm rot="0">
            <a:off x="14654891" y="8066091"/>
            <a:ext cx="2089497" cy="490855"/>
          </a:xfrm>
          <a:prstGeom prst="rect">
            <a:avLst/>
          </a:prstGeom>
        </p:spPr>
        <p:txBody>
          <a:bodyPr anchor="t" rtlCol="false" tIns="0" lIns="0" bIns="0" rIns="0">
            <a:spAutoFit/>
          </a:bodyPr>
          <a:lstStyle/>
          <a:p>
            <a:pPr algn="ctr">
              <a:lnSpc>
                <a:spcPts val="3919"/>
              </a:lnSpc>
              <a:spcBef>
                <a:spcPct val="0"/>
              </a:spcBef>
            </a:pPr>
            <a:r>
              <a:rPr lang="en-US" sz="2799">
                <a:solidFill>
                  <a:srgbClr val="272727"/>
                </a:solidFill>
                <a:latin typeface="210 디딤고딕"/>
                <a:ea typeface="210 디딤고딕"/>
                <a:cs typeface="210 디딤고딕"/>
                <a:sym typeface="210 디딤고딕"/>
              </a:rPr>
              <a:t>이수진</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grpSp>
        <p:nvGrpSpPr>
          <p:cNvPr name="Group 5" id="5"/>
          <p:cNvGrpSpPr/>
          <p:nvPr/>
        </p:nvGrpSpPr>
        <p:grpSpPr>
          <a:xfrm rot="0">
            <a:off x="580478" y="2970364"/>
            <a:ext cx="5541783" cy="6287936"/>
            <a:chOff x="0" y="0"/>
            <a:chExt cx="7389044" cy="8383915"/>
          </a:xfrm>
        </p:grpSpPr>
        <p:grpSp>
          <p:nvGrpSpPr>
            <p:cNvPr name="Group 6" id="6"/>
            <p:cNvGrpSpPr/>
            <p:nvPr/>
          </p:nvGrpSpPr>
          <p:grpSpPr>
            <a:xfrm rot="0">
              <a:off x="115996" y="115996"/>
              <a:ext cx="7157053" cy="8151924"/>
              <a:chOff x="0" y="0"/>
              <a:chExt cx="1547857" cy="1763018"/>
            </a:xfrm>
          </p:grpSpPr>
          <p:sp>
            <p:nvSpPr>
              <p:cNvPr name="Freeform 7" id="7"/>
              <p:cNvSpPr/>
              <p:nvPr/>
            </p:nvSpPr>
            <p:spPr>
              <a:xfrm flipH="false" flipV="false" rot="0">
                <a:off x="0" y="0"/>
                <a:ext cx="1547857" cy="1763018"/>
              </a:xfrm>
              <a:custGeom>
                <a:avLst/>
                <a:gdLst/>
                <a:ahLst/>
                <a:cxnLst/>
                <a:rect r="r" b="b" t="t" l="l"/>
                <a:pathLst>
                  <a:path h="1763018" w="1547857">
                    <a:moveTo>
                      <a:pt x="0" y="0"/>
                    </a:moveTo>
                    <a:lnTo>
                      <a:pt x="1547857" y="0"/>
                    </a:lnTo>
                    <a:lnTo>
                      <a:pt x="1547857" y="1763018"/>
                    </a:lnTo>
                    <a:lnTo>
                      <a:pt x="0" y="1763018"/>
                    </a:lnTo>
                    <a:close/>
                  </a:path>
                </a:pathLst>
              </a:custGeom>
              <a:solidFill>
                <a:srgbClr val="FFFFFF"/>
              </a:solidFill>
              <a:ln w="19050" cap="sq">
                <a:solidFill>
                  <a:srgbClr val="1A3FB4"/>
                </a:solidFill>
                <a:prstDash val="solid"/>
                <a:miter/>
              </a:ln>
            </p:spPr>
          </p:sp>
          <p:sp>
            <p:nvSpPr>
              <p:cNvPr name="TextBox 8" id="8"/>
              <p:cNvSpPr txBox="true"/>
              <p:nvPr/>
            </p:nvSpPr>
            <p:spPr>
              <a:xfrm>
                <a:off x="0" y="-47625"/>
                <a:ext cx="1547857" cy="1810643"/>
              </a:xfrm>
              <a:prstGeom prst="rect">
                <a:avLst/>
              </a:prstGeom>
            </p:spPr>
            <p:txBody>
              <a:bodyPr anchor="ctr" rtlCol="false" tIns="46398" lIns="46398" bIns="46398" rIns="46398"/>
              <a:lstStyle/>
              <a:p>
                <a:pPr algn="ctr">
                  <a:lnSpc>
                    <a:spcPts val="2659"/>
                  </a:lnSpc>
                </a:pPr>
              </a:p>
            </p:txBody>
          </p:sp>
        </p:grpSp>
        <p:grpSp>
          <p:nvGrpSpPr>
            <p:cNvPr name="Group 9" id="9"/>
            <p:cNvGrpSpPr/>
            <p:nvPr/>
          </p:nvGrpSpPr>
          <p:grpSpPr>
            <a:xfrm rot="0">
              <a:off x="115996" y="115996"/>
              <a:ext cx="7157053" cy="1272958"/>
              <a:chOff x="0" y="0"/>
              <a:chExt cx="1547857" cy="275303"/>
            </a:xfrm>
          </p:grpSpPr>
          <p:sp>
            <p:nvSpPr>
              <p:cNvPr name="Freeform 10" id="10"/>
              <p:cNvSpPr/>
              <p:nvPr/>
            </p:nvSpPr>
            <p:spPr>
              <a:xfrm flipH="false" flipV="false" rot="0">
                <a:off x="0" y="0"/>
                <a:ext cx="1547857" cy="275303"/>
              </a:xfrm>
              <a:custGeom>
                <a:avLst/>
                <a:gdLst/>
                <a:ahLst/>
                <a:cxnLst/>
                <a:rect r="r" b="b" t="t" l="l"/>
                <a:pathLst>
                  <a:path h="275303" w="1547857">
                    <a:moveTo>
                      <a:pt x="0" y="0"/>
                    </a:moveTo>
                    <a:lnTo>
                      <a:pt x="1547857" y="0"/>
                    </a:lnTo>
                    <a:lnTo>
                      <a:pt x="1547857" y="275303"/>
                    </a:lnTo>
                    <a:lnTo>
                      <a:pt x="0" y="275303"/>
                    </a:lnTo>
                    <a:close/>
                  </a:path>
                </a:pathLst>
              </a:custGeom>
              <a:solidFill>
                <a:srgbClr val="FFFFFF"/>
              </a:solidFill>
              <a:ln w="19050" cap="sq">
                <a:solidFill>
                  <a:srgbClr val="1A3FB4"/>
                </a:solidFill>
                <a:prstDash val="solid"/>
                <a:miter/>
              </a:ln>
            </p:spPr>
          </p:sp>
          <p:sp>
            <p:nvSpPr>
              <p:cNvPr name="TextBox 11" id="11"/>
              <p:cNvSpPr txBox="true"/>
              <p:nvPr/>
            </p:nvSpPr>
            <p:spPr>
              <a:xfrm>
                <a:off x="0" y="-47625"/>
                <a:ext cx="1547857" cy="322928"/>
              </a:xfrm>
              <a:prstGeom prst="rect">
                <a:avLst/>
              </a:prstGeom>
            </p:spPr>
            <p:txBody>
              <a:bodyPr anchor="ctr" rtlCol="false" tIns="46398" lIns="46398" bIns="46398" rIns="46398"/>
              <a:lstStyle/>
              <a:p>
                <a:pPr algn="ctr">
                  <a:lnSpc>
                    <a:spcPts val="2659"/>
                  </a:lnSpc>
                </a:pPr>
              </a:p>
            </p:txBody>
          </p:sp>
        </p:grpSp>
        <p:grpSp>
          <p:nvGrpSpPr>
            <p:cNvPr name="Group 12" id="12"/>
            <p:cNvGrpSpPr/>
            <p:nvPr/>
          </p:nvGrpSpPr>
          <p:grpSpPr>
            <a:xfrm rot="0">
              <a:off x="7157053" y="0"/>
              <a:ext cx="231992" cy="231992"/>
              <a:chOff x="0" y="0"/>
              <a:chExt cx="50173" cy="50173"/>
            </a:xfrm>
          </p:grpSpPr>
          <p:sp>
            <p:nvSpPr>
              <p:cNvPr name="Freeform 13" id="13"/>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14" id="14"/>
              <p:cNvSpPr txBox="true"/>
              <p:nvPr/>
            </p:nvSpPr>
            <p:spPr>
              <a:xfrm>
                <a:off x="0" y="-47625"/>
                <a:ext cx="50173" cy="97798"/>
              </a:xfrm>
              <a:prstGeom prst="rect">
                <a:avLst/>
              </a:prstGeom>
            </p:spPr>
            <p:txBody>
              <a:bodyPr anchor="ctr" rtlCol="false" tIns="46398" lIns="46398" bIns="46398" rIns="46398"/>
              <a:lstStyle/>
              <a:p>
                <a:pPr algn="ctr">
                  <a:lnSpc>
                    <a:spcPts val="2659"/>
                  </a:lnSpc>
                </a:pPr>
              </a:p>
            </p:txBody>
          </p:sp>
        </p:grpSp>
        <p:grpSp>
          <p:nvGrpSpPr>
            <p:cNvPr name="Group 15" id="15"/>
            <p:cNvGrpSpPr/>
            <p:nvPr/>
          </p:nvGrpSpPr>
          <p:grpSpPr>
            <a:xfrm rot="0">
              <a:off x="7157053" y="8151924"/>
              <a:ext cx="231992" cy="231992"/>
              <a:chOff x="0" y="0"/>
              <a:chExt cx="50173" cy="50173"/>
            </a:xfrm>
          </p:grpSpPr>
          <p:sp>
            <p:nvSpPr>
              <p:cNvPr name="Freeform 16" id="16"/>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17" id="17"/>
              <p:cNvSpPr txBox="true"/>
              <p:nvPr/>
            </p:nvSpPr>
            <p:spPr>
              <a:xfrm>
                <a:off x="0" y="-47625"/>
                <a:ext cx="50173" cy="97798"/>
              </a:xfrm>
              <a:prstGeom prst="rect">
                <a:avLst/>
              </a:prstGeom>
            </p:spPr>
            <p:txBody>
              <a:bodyPr anchor="ctr" rtlCol="false" tIns="46398" lIns="46398" bIns="46398" rIns="46398"/>
              <a:lstStyle/>
              <a:p>
                <a:pPr algn="ctr">
                  <a:lnSpc>
                    <a:spcPts val="2659"/>
                  </a:lnSpc>
                </a:pPr>
              </a:p>
            </p:txBody>
          </p:sp>
        </p:grpSp>
        <p:grpSp>
          <p:nvGrpSpPr>
            <p:cNvPr name="Group 18" id="18"/>
            <p:cNvGrpSpPr/>
            <p:nvPr/>
          </p:nvGrpSpPr>
          <p:grpSpPr>
            <a:xfrm rot="0">
              <a:off x="40425" y="8151924"/>
              <a:ext cx="231992" cy="231992"/>
              <a:chOff x="0" y="0"/>
              <a:chExt cx="50173" cy="50173"/>
            </a:xfrm>
          </p:grpSpPr>
          <p:sp>
            <p:nvSpPr>
              <p:cNvPr name="Freeform 19" id="19"/>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20" id="20"/>
              <p:cNvSpPr txBox="true"/>
              <p:nvPr/>
            </p:nvSpPr>
            <p:spPr>
              <a:xfrm>
                <a:off x="0" y="-47625"/>
                <a:ext cx="50173" cy="97798"/>
              </a:xfrm>
              <a:prstGeom prst="rect">
                <a:avLst/>
              </a:prstGeom>
            </p:spPr>
            <p:txBody>
              <a:bodyPr anchor="ctr" rtlCol="false" tIns="46398" lIns="46398" bIns="46398" rIns="46398"/>
              <a:lstStyle/>
              <a:p>
                <a:pPr algn="ctr">
                  <a:lnSpc>
                    <a:spcPts val="2659"/>
                  </a:lnSpc>
                </a:pPr>
              </a:p>
            </p:txBody>
          </p:sp>
        </p:grpSp>
        <p:grpSp>
          <p:nvGrpSpPr>
            <p:cNvPr name="Group 21" id="21"/>
            <p:cNvGrpSpPr/>
            <p:nvPr/>
          </p:nvGrpSpPr>
          <p:grpSpPr>
            <a:xfrm rot="0">
              <a:off x="0" y="0"/>
              <a:ext cx="231992" cy="231992"/>
              <a:chOff x="0" y="0"/>
              <a:chExt cx="50173" cy="50173"/>
            </a:xfrm>
          </p:grpSpPr>
          <p:sp>
            <p:nvSpPr>
              <p:cNvPr name="Freeform 22" id="22"/>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23" id="23"/>
              <p:cNvSpPr txBox="true"/>
              <p:nvPr/>
            </p:nvSpPr>
            <p:spPr>
              <a:xfrm>
                <a:off x="0" y="-47625"/>
                <a:ext cx="50173" cy="97798"/>
              </a:xfrm>
              <a:prstGeom prst="rect">
                <a:avLst/>
              </a:prstGeom>
            </p:spPr>
            <p:txBody>
              <a:bodyPr anchor="ctr" rtlCol="false" tIns="46398" lIns="46398" bIns="46398" rIns="46398"/>
              <a:lstStyle/>
              <a:p>
                <a:pPr algn="ctr">
                  <a:lnSpc>
                    <a:spcPts val="2659"/>
                  </a:lnSpc>
                </a:pPr>
              </a:p>
            </p:txBody>
          </p:sp>
        </p:grpSp>
        <p:grpSp>
          <p:nvGrpSpPr>
            <p:cNvPr name="Group 24" id="24"/>
            <p:cNvGrpSpPr/>
            <p:nvPr/>
          </p:nvGrpSpPr>
          <p:grpSpPr>
            <a:xfrm rot="0">
              <a:off x="0" y="1272958"/>
              <a:ext cx="231992" cy="231992"/>
              <a:chOff x="0" y="0"/>
              <a:chExt cx="50173" cy="50173"/>
            </a:xfrm>
          </p:grpSpPr>
          <p:sp>
            <p:nvSpPr>
              <p:cNvPr name="Freeform 25" id="25"/>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26" id="26"/>
              <p:cNvSpPr txBox="true"/>
              <p:nvPr/>
            </p:nvSpPr>
            <p:spPr>
              <a:xfrm>
                <a:off x="0" y="-47625"/>
                <a:ext cx="50173" cy="97798"/>
              </a:xfrm>
              <a:prstGeom prst="rect">
                <a:avLst/>
              </a:prstGeom>
            </p:spPr>
            <p:txBody>
              <a:bodyPr anchor="ctr" rtlCol="false" tIns="46398" lIns="46398" bIns="46398" rIns="46398"/>
              <a:lstStyle/>
              <a:p>
                <a:pPr algn="ctr">
                  <a:lnSpc>
                    <a:spcPts val="2659"/>
                  </a:lnSpc>
                </a:pPr>
              </a:p>
            </p:txBody>
          </p:sp>
        </p:grpSp>
        <p:grpSp>
          <p:nvGrpSpPr>
            <p:cNvPr name="Group 27" id="27"/>
            <p:cNvGrpSpPr/>
            <p:nvPr/>
          </p:nvGrpSpPr>
          <p:grpSpPr>
            <a:xfrm rot="0">
              <a:off x="7157053" y="1272958"/>
              <a:ext cx="231992" cy="231992"/>
              <a:chOff x="0" y="0"/>
              <a:chExt cx="50173" cy="50173"/>
            </a:xfrm>
          </p:grpSpPr>
          <p:sp>
            <p:nvSpPr>
              <p:cNvPr name="Freeform 28" id="28"/>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29" id="29"/>
              <p:cNvSpPr txBox="true"/>
              <p:nvPr/>
            </p:nvSpPr>
            <p:spPr>
              <a:xfrm>
                <a:off x="0" y="-47625"/>
                <a:ext cx="50173" cy="97798"/>
              </a:xfrm>
              <a:prstGeom prst="rect">
                <a:avLst/>
              </a:prstGeom>
            </p:spPr>
            <p:txBody>
              <a:bodyPr anchor="ctr" rtlCol="false" tIns="46398" lIns="46398" bIns="46398" rIns="46398"/>
              <a:lstStyle/>
              <a:p>
                <a:pPr algn="ctr">
                  <a:lnSpc>
                    <a:spcPts val="2659"/>
                  </a:lnSpc>
                </a:pPr>
              </a:p>
            </p:txBody>
          </p:sp>
        </p:grpSp>
      </p:grpSp>
      <p:sp>
        <p:nvSpPr>
          <p:cNvPr name="TextBox 30" id="30"/>
          <p:cNvSpPr txBox="true"/>
          <p:nvPr/>
        </p:nvSpPr>
        <p:spPr>
          <a:xfrm rot="0">
            <a:off x="3792207" y="695036"/>
            <a:ext cx="10703586" cy="1127109"/>
          </a:xfrm>
          <a:prstGeom prst="rect">
            <a:avLst/>
          </a:prstGeom>
        </p:spPr>
        <p:txBody>
          <a:bodyPr anchor="t" rtlCol="false" tIns="0" lIns="0" bIns="0" rIns="0">
            <a:spAutoFit/>
          </a:bodyPr>
          <a:lstStyle/>
          <a:p>
            <a:pPr algn="ctr">
              <a:lnSpc>
                <a:spcPts val="9013"/>
              </a:lnSpc>
            </a:pPr>
            <a:r>
              <a:rPr lang="en-US" sz="6777" spc="-142">
                <a:solidFill>
                  <a:srgbClr val="1A3FB4"/>
                </a:solidFill>
                <a:latin typeface="210 도시락"/>
                <a:ea typeface="210 도시락"/>
                <a:cs typeface="210 도시락"/>
                <a:sym typeface="210 도시락"/>
              </a:rPr>
              <a:t>프로젝트 목표 </a:t>
            </a:r>
          </a:p>
        </p:txBody>
      </p:sp>
      <p:sp>
        <p:nvSpPr>
          <p:cNvPr name="TextBox 31" id="31"/>
          <p:cNvSpPr txBox="true"/>
          <p:nvPr/>
        </p:nvSpPr>
        <p:spPr>
          <a:xfrm rot="0">
            <a:off x="1122432" y="4352797"/>
            <a:ext cx="4390653" cy="3957955"/>
          </a:xfrm>
          <a:prstGeom prst="rect">
            <a:avLst/>
          </a:prstGeom>
        </p:spPr>
        <p:txBody>
          <a:bodyPr anchor="t" rtlCol="false" tIns="0" lIns="0" bIns="0" rIns="0">
            <a:spAutoFit/>
          </a:bodyPr>
          <a:lstStyle/>
          <a:p>
            <a:pPr algn="l">
              <a:lnSpc>
                <a:spcPts val="3919"/>
              </a:lnSpc>
            </a:pPr>
            <a:r>
              <a:rPr lang="en-US" sz="2799">
                <a:solidFill>
                  <a:srgbClr val="272727"/>
                </a:solidFill>
                <a:latin typeface="210 디딤고딕"/>
                <a:ea typeface="210 디딤고딕"/>
                <a:cs typeface="210 디딤고딕"/>
                <a:sym typeface="210 디딤고딕"/>
              </a:rPr>
              <a:t>이곳에 프로젝트 목표를 입력해 주세요.</a:t>
            </a:r>
          </a:p>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a:t>
            </a:r>
          </a:p>
        </p:txBody>
      </p:sp>
      <p:sp>
        <p:nvSpPr>
          <p:cNvPr name="TextBox 32" id="32"/>
          <p:cNvSpPr txBox="true"/>
          <p:nvPr/>
        </p:nvSpPr>
        <p:spPr>
          <a:xfrm rot="0">
            <a:off x="1122432" y="3209119"/>
            <a:ext cx="4390653" cy="655956"/>
          </a:xfrm>
          <a:prstGeom prst="rect">
            <a:avLst/>
          </a:prstGeom>
        </p:spPr>
        <p:txBody>
          <a:bodyPr anchor="t" rtlCol="false" tIns="0" lIns="0" bIns="0" rIns="0">
            <a:spAutoFit/>
          </a:bodyPr>
          <a:lstStyle/>
          <a:p>
            <a:pPr algn="l">
              <a:lnSpc>
                <a:spcPts val="5319"/>
              </a:lnSpc>
              <a:spcBef>
                <a:spcPct val="0"/>
              </a:spcBef>
            </a:pPr>
            <a:r>
              <a:rPr lang="en-US" sz="3799">
                <a:solidFill>
                  <a:srgbClr val="1A3FB4"/>
                </a:solidFill>
                <a:latin typeface="210 도시락"/>
                <a:ea typeface="210 도시락"/>
                <a:cs typeface="210 도시락"/>
                <a:sym typeface="210 도시락"/>
              </a:rPr>
              <a:t>첫번째 목표 키워드 </a:t>
            </a:r>
          </a:p>
        </p:txBody>
      </p:sp>
      <p:grpSp>
        <p:nvGrpSpPr>
          <p:cNvPr name="Group 33" id="33"/>
          <p:cNvGrpSpPr/>
          <p:nvPr/>
        </p:nvGrpSpPr>
        <p:grpSpPr>
          <a:xfrm rot="0">
            <a:off x="6373108" y="2970364"/>
            <a:ext cx="5541783" cy="6287936"/>
            <a:chOff x="0" y="0"/>
            <a:chExt cx="7389044" cy="8383915"/>
          </a:xfrm>
        </p:grpSpPr>
        <p:grpSp>
          <p:nvGrpSpPr>
            <p:cNvPr name="Group 34" id="34"/>
            <p:cNvGrpSpPr/>
            <p:nvPr/>
          </p:nvGrpSpPr>
          <p:grpSpPr>
            <a:xfrm rot="0">
              <a:off x="115996" y="115996"/>
              <a:ext cx="7157053" cy="8151924"/>
              <a:chOff x="0" y="0"/>
              <a:chExt cx="1547857" cy="1763018"/>
            </a:xfrm>
          </p:grpSpPr>
          <p:sp>
            <p:nvSpPr>
              <p:cNvPr name="Freeform 35" id="35"/>
              <p:cNvSpPr/>
              <p:nvPr/>
            </p:nvSpPr>
            <p:spPr>
              <a:xfrm flipH="false" flipV="false" rot="0">
                <a:off x="0" y="0"/>
                <a:ext cx="1547857" cy="1763018"/>
              </a:xfrm>
              <a:custGeom>
                <a:avLst/>
                <a:gdLst/>
                <a:ahLst/>
                <a:cxnLst/>
                <a:rect r="r" b="b" t="t" l="l"/>
                <a:pathLst>
                  <a:path h="1763018" w="1547857">
                    <a:moveTo>
                      <a:pt x="0" y="0"/>
                    </a:moveTo>
                    <a:lnTo>
                      <a:pt x="1547857" y="0"/>
                    </a:lnTo>
                    <a:lnTo>
                      <a:pt x="1547857" y="1763018"/>
                    </a:lnTo>
                    <a:lnTo>
                      <a:pt x="0" y="1763018"/>
                    </a:lnTo>
                    <a:close/>
                  </a:path>
                </a:pathLst>
              </a:custGeom>
              <a:solidFill>
                <a:srgbClr val="FFFFFF"/>
              </a:solidFill>
              <a:ln w="19050" cap="sq">
                <a:solidFill>
                  <a:srgbClr val="1A3FB4"/>
                </a:solidFill>
                <a:prstDash val="solid"/>
                <a:miter/>
              </a:ln>
            </p:spPr>
          </p:sp>
          <p:sp>
            <p:nvSpPr>
              <p:cNvPr name="TextBox 36" id="36"/>
              <p:cNvSpPr txBox="true"/>
              <p:nvPr/>
            </p:nvSpPr>
            <p:spPr>
              <a:xfrm>
                <a:off x="0" y="-47625"/>
                <a:ext cx="1547857" cy="1810643"/>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15996" y="115996"/>
              <a:ext cx="7157053" cy="1272958"/>
              <a:chOff x="0" y="0"/>
              <a:chExt cx="1547857" cy="275303"/>
            </a:xfrm>
          </p:grpSpPr>
          <p:sp>
            <p:nvSpPr>
              <p:cNvPr name="Freeform 38" id="38"/>
              <p:cNvSpPr/>
              <p:nvPr/>
            </p:nvSpPr>
            <p:spPr>
              <a:xfrm flipH="false" flipV="false" rot="0">
                <a:off x="0" y="0"/>
                <a:ext cx="1547857" cy="275303"/>
              </a:xfrm>
              <a:custGeom>
                <a:avLst/>
                <a:gdLst/>
                <a:ahLst/>
                <a:cxnLst/>
                <a:rect r="r" b="b" t="t" l="l"/>
                <a:pathLst>
                  <a:path h="275303" w="1547857">
                    <a:moveTo>
                      <a:pt x="0" y="0"/>
                    </a:moveTo>
                    <a:lnTo>
                      <a:pt x="1547857" y="0"/>
                    </a:lnTo>
                    <a:lnTo>
                      <a:pt x="1547857" y="275303"/>
                    </a:lnTo>
                    <a:lnTo>
                      <a:pt x="0" y="275303"/>
                    </a:lnTo>
                    <a:close/>
                  </a:path>
                </a:pathLst>
              </a:custGeom>
              <a:solidFill>
                <a:srgbClr val="FFFFFF"/>
              </a:solidFill>
              <a:ln w="19050" cap="sq">
                <a:solidFill>
                  <a:srgbClr val="1A3FB4"/>
                </a:solidFill>
                <a:prstDash val="solid"/>
                <a:miter/>
              </a:ln>
            </p:spPr>
          </p:sp>
          <p:sp>
            <p:nvSpPr>
              <p:cNvPr name="TextBox 39" id="39"/>
              <p:cNvSpPr txBox="true"/>
              <p:nvPr/>
            </p:nvSpPr>
            <p:spPr>
              <a:xfrm>
                <a:off x="0" y="-47625"/>
                <a:ext cx="1547857" cy="322928"/>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7157053" y="0"/>
              <a:ext cx="231992" cy="231992"/>
              <a:chOff x="0" y="0"/>
              <a:chExt cx="50173" cy="50173"/>
            </a:xfrm>
          </p:grpSpPr>
          <p:sp>
            <p:nvSpPr>
              <p:cNvPr name="Freeform 41" id="41"/>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42" id="42"/>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7157053" y="8151924"/>
              <a:ext cx="231992" cy="231992"/>
              <a:chOff x="0" y="0"/>
              <a:chExt cx="50173" cy="50173"/>
            </a:xfrm>
          </p:grpSpPr>
          <p:sp>
            <p:nvSpPr>
              <p:cNvPr name="Freeform 44" id="44"/>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45" id="45"/>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0425" y="8151924"/>
              <a:ext cx="231992" cy="231992"/>
              <a:chOff x="0" y="0"/>
              <a:chExt cx="50173" cy="50173"/>
            </a:xfrm>
          </p:grpSpPr>
          <p:sp>
            <p:nvSpPr>
              <p:cNvPr name="Freeform 47" id="47"/>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48" id="48"/>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49" id="49"/>
            <p:cNvGrpSpPr/>
            <p:nvPr/>
          </p:nvGrpSpPr>
          <p:grpSpPr>
            <a:xfrm rot="0">
              <a:off x="0" y="0"/>
              <a:ext cx="231992" cy="231992"/>
              <a:chOff x="0" y="0"/>
              <a:chExt cx="50173" cy="50173"/>
            </a:xfrm>
          </p:grpSpPr>
          <p:sp>
            <p:nvSpPr>
              <p:cNvPr name="Freeform 50" id="50"/>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51" id="51"/>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52" id="52"/>
            <p:cNvGrpSpPr/>
            <p:nvPr/>
          </p:nvGrpSpPr>
          <p:grpSpPr>
            <a:xfrm rot="0">
              <a:off x="0" y="1272958"/>
              <a:ext cx="231992" cy="231992"/>
              <a:chOff x="0" y="0"/>
              <a:chExt cx="50173" cy="50173"/>
            </a:xfrm>
          </p:grpSpPr>
          <p:sp>
            <p:nvSpPr>
              <p:cNvPr name="Freeform 53" id="53"/>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54" id="54"/>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0">
              <a:off x="7157053" y="1272958"/>
              <a:ext cx="231992" cy="231992"/>
              <a:chOff x="0" y="0"/>
              <a:chExt cx="50173" cy="50173"/>
            </a:xfrm>
          </p:grpSpPr>
          <p:sp>
            <p:nvSpPr>
              <p:cNvPr name="Freeform 56" id="56"/>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57" id="57"/>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sp>
        <p:nvSpPr>
          <p:cNvPr name="TextBox 58" id="58"/>
          <p:cNvSpPr txBox="true"/>
          <p:nvPr/>
        </p:nvSpPr>
        <p:spPr>
          <a:xfrm rot="0">
            <a:off x="6915062" y="4352797"/>
            <a:ext cx="4390653" cy="3957955"/>
          </a:xfrm>
          <a:prstGeom prst="rect">
            <a:avLst/>
          </a:prstGeom>
        </p:spPr>
        <p:txBody>
          <a:bodyPr anchor="t" rtlCol="false" tIns="0" lIns="0" bIns="0" rIns="0">
            <a:spAutoFit/>
          </a:bodyPr>
          <a:lstStyle/>
          <a:p>
            <a:pPr algn="l">
              <a:lnSpc>
                <a:spcPts val="3919"/>
              </a:lnSpc>
            </a:pPr>
            <a:r>
              <a:rPr lang="en-US" sz="2799">
                <a:solidFill>
                  <a:srgbClr val="272727"/>
                </a:solidFill>
                <a:latin typeface="210 디딤고딕"/>
                <a:ea typeface="210 디딤고딕"/>
                <a:cs typeface="210 디딤고딕"/>
                <a:sym typeface="210 디딤고딕"/>
              </a:rPr>
              <a:t>이곳에 프로젝트 목표를 입력해 주세요.</a:t>
            </a:r>
          </a:p>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a:t>
            </a:r>
          </a:p>
        </p:txBody>
      </p:sp>
      <p:sp>
        <p:nvSpPr>
          <p:cNvPr name="TextBox 59" id="59"/>
          <p:cNvSpPr txBox="true"/>
          <p:nvPr/>
        </p:nvSpPr>
        <p:spPr>
          <a:xfrm rot="0">
            <a:off x="6915062" y="3209119"/>
            <a:ext cx="4390653" cy="655956"/>
          </a:xfrm>
          <a:prstGeom prst="rect">
            <a:avLst/>
          </a:prstGeom>
        </p:spPr>
        <p:txBody>
          <a:bodyPr anchor="t" rtlCol="false" tIns="0" lIns="0" bIns="0" rIns="0">
            <a:spAutoFit/>
          </a:bodyPr>
          <a:lstStyle/>
          <a:p>
            <a:pPr algn="l">
              <a:lnSpc>
                <a:spcPts val="5319"/>
              </a:lnSpc>
              <a:spcBef>
                <a:spcPct val="0"/>
              </a:spcBef>
            </a:pPr>
            <a:r>
              <a:rPr lang="en-US" sz="3799">
                <a:solidFill>
                  <a:srgbClr val="1A3FB4"/>
                </a:solidFill>
                <a:latin typeface="210 도시락"/>
                <a:ea typeface="210 도시락"/>
                <a:cs typeface="210 도시락"/>
                <a:sym typeface="210 도시락"/>
              </a:rPr>
              <a:t>두번째 목표 키워드</a:t>
            </a:r>
          </a:p>
        </p:txBody>
      </p:sp>
      <p:grpSp>
        <p:nvGrpSpPr>
          <p:cNvPr name="Group 60" id="60"/>
          <p:cNvGrpSpPr/>
          <p:nvPr/>
        </p:nvGrpSpPr>
        <p:grpSpPr>
          <a:xfrm rot="0">
            <a:off x="12162542" y="2970364"/>
            <a:ext cx="5541783" cy="6287936"/>
            <a:chOff x="0" y="0"/>
            <a:chExt cx="7389044" cy="8383915"/>
          </a:xfrm>
        </p:grpSpPr>
        <p:grpSp>
          <p:nvGrpSpPr>
            <p:cNvPr name="Group 61" id="61"/>
            <p:cNvGrpSpPr/>
            <p:nvPr/>
          </p:nvGrpSpPr>
          <p:grpSpPr>
            <a:xfrm rot="0">
              <a:off x="115996" y="115996"/>
              <a:ext cx="7157053" cy="8151924"/>
              <a:chOff x="0" y="0"/>
              <a:chExt cx="1547857" cy="1763018"/>
            </a:xfrm>
          </p:grpSpPr>
          <p:sp>
            <p:nvSpPr>
              <p:cNvPr name="Freeform 62" id="62"/>
              <p:cNvSpPr/>
              <p:nvPr/>
            </p:nvSpPr>
            <p:spPr>
              <a:xfrm flipH="false" flipV="false" rot="0">
                <a:off x="0" y="0"/>
                <a:ext cx="1547857" cy="1763018"/>
              </a:xfrm>
              <a:custGeom>
                <a:avLst/>
                <a:gdLst/>
                <a:ahLst/>
                <a:cxnLst/>
                <a:rect r="r" b="b" t="t" l="l"/>
                <a:pathLst>
                  <a:path h="1763018" w="1547857">
                    <a:moveTo>
                      <a:pt x="0" y="0"/>
                    </a:moveTo>
                    <a:lnTo>
                      <a:pt x="1547857" y="0"/>
                    </a:lnTo>
                    <a:lnTo>
                      <a:pt x="1547857" y="1763018"/>
                    </a:lnTo>
                    <a:lnTo>
                      <a:pt x="0" y="1763018"/>
                    </a:lnTo>
                    <a:close/>
                  </a:path>
                </a:pathLst>
              </a:custGeom>
              <a:solidFill>
                <a:srgbClr val="FFFFFF"/>
              </a:solidFill>
              <a:ln w="19050" cap="sq">
                <a:solidFill>
                  <a:srgbClr val="1A3FB4"/>
                </a:solidFill>
                <a:prstDash val="solid"/>
                <a:miter/>
              </a:ln>
            </p:spPr>
          </p:sp>
          <p:sp>
            <p:nvSpPr>
              <p:cNvPr name="TextBox 63" id="63"/>
              <p:cNvSpPr txBox="true"/>
              <p:nvPr/>
            </p:nvSpPr>
            <p:spPr>
              <a:xfrm>
                <a:off x="0" y="-47625"/>
                <a:ext cx="1547857" cy="1810643"/>
              </a:xfrm>
              <a:prstGeom prst="rect">
                <a:avLst/>
              </a:prstGeom>
            </p:spPr>
            <p:txBody>
              <a:bodyPr anchor="ctr" rtlCol="false" tIns="50800" lIns="50800" bIns="50800" rIns="50800"/>
              <a:lstStyle/>
              <a:p>
                <a:pPr algn="ctr">
                  <a:lnSpc>
                    <a:spcPts val="2659"/>
                  </a:lnSpc>
                </a:pPr>
              </a:p>
            </p:txBody>
          </p:sp>
        </p:grpSp>
        <p:grpSp>
          <p:nvGrpSpPr>
            <p:cNvPr name="Group 64" id="64"/>
            <p:cNvGrpSpPr/>
            <p:nvPr/>
          </p:nvGrpSpPr>
          <p:grpSpPr>
            <a:xfrm rot="0">
              <a:off x="115996" y="115996"/>
              <a:ext cx="7157053" cy="1272958"/>
              <a:chOff x="0" y="0"/>
              <a:chExt cx="1547857" cy="275303"/>
            </a:xfrm>
          </p:grpSpPr>
          <p:sp>
            <p:nvSpPr>
              <p:cNvPr name="Freeform 65" id="65"/>
              <p:cNvSpPr/>
              <p:nvPr/>
            </p:nvSpPr>
            <p:spPr>
              <a:xfrm flipH="false" flipV="false" rot="0">
                <a:off x="0" y="0"/>
                <a:ext cx="1547857" cy="275303"/>
              </a:xfrm>
              <a:custGeom>
                <a:avLst/>
                <a:gdLst/>
                <a:ahLst/>
                <a:cxnLst/>
                <a:rect r="r" b="b" t="t" l="l"/>
                <a:pathLst>
                  <a:path h="275303" w="1547857">
                    <a:moveTo>
                      <a:pt x="0" y="0"/>
                    </a:moveTo>
                    <a:lnTo>
                      <a:pt x="1547857" y="0"/>
                    </a:lnTo>
                    <a:lnTo>
                      <a:pt x="1547857" y="275303"/>
                    </a:lnTo>
                    <a:lnTo>
                      <a:pt x="0" y="275303"/>
                    </a:lnTo>
                    <a:close/>
                  </a:path>
                </a:pathLst>
              </a:custGeom>
              <a:solidFill>
                <a:srgbClr val="FFFFFF"/>
              </a:solidFill>
              <a:ln w="19050" cap="sq">
                <a:solidFill>
                  <a:srgbClr val="1A3FB4"/>
                </a:solidFill>
                <a:prstDash val="solid"/>
                <a:miter/>
              </a:ln>
            </p:spPr>
          </p:sp>
          <p:sp>
            <p:nvSpPr>
              <p:cNvPr name="TextBox 66" id="66"/>
              <p:cNvSpPr txBox="true"/>
              <p:nvPr/>
            </p:nvSpPr>
            <p:spPr>
              <a:xfrm>
                <a:off x="0" y="-47625"/>
                <a:ext cx="1547857" cy="322928"/>
              </a:xfrm>
              <a:prstGeom prst="rect">
                <a:avLst/>
              </a:prstGeom>
            </p:spPr>
            <p:txBody>
              <a:bodyPr anchor="ctr" rtlCol="false" tIns="50800" lIns="50800" bIns="50800" rIns="50800"/>
              <a:lstStyle/>
              <a:p>
                <a:pPr algn="ctr">
                  <a:lnSpc>
                    <a:spcPts val="2659"/>
                  </a:lnSpc>
                </a:pPr>
              </a:p>
            </p:txBody>
          </p:sp>
        </p:grpSp>
        <p:grpSp>
          <p:nvGrpSpPr>
            <p:cNvPr name="Group 67" id="67"/>
            <p:cNvGrpSpPr/>
            <p:nvPr/>
          </p:nvGrpSpPr>
          <p:grpSpPr>
            <a:xfrm rot="0">
              <a:off x="7157053" y="0"/>
              <a:ext cx="231992" cy="231992"/>
              <a:chOff x="0" y="0"/>
              <a:chExt cx="50173" cy="50173"/>
            </a:xfrm>
          </p:grpSpPr>
          <p:sp>
            <p:nvSpPr>
              <p:cNvPr name="Freeform 68" id="68"/>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69" id="69"/>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70" id="70"/>
            <p:cNvGrpSpPr/>
            <p:nvPr/>
          </p:nvGrpSpPr>
          <p:grpSpPr>
            <a:xfrm rot="0">
              <a:off x="7157053" y="8151924"/>
              <a:ext cx="231992" cy="231992"/>
              <a:chOff x="0" y="0"/>
              <a:chExt cx="50173" cy="50173"/>
            </a:xfrm>
          </p:grpSpPr>
          <p:sp>
            <p:nvSpPr>
              <p:cNvPr name="Freeform 71" id="71"/>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72" id="72"/>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73" id="73"/>
            <p:cNvGrpSpPr/>
            <p:nvPr/>
          </p:nvGrpSpPr>
          <p:grpSpPr>
            <a:xfrm rot="0">
              <a:off x="40425" y="8151924"/>
              <a:ext cx="231992" cy="231992"/>
              <a:chOff x="0" y="0"/>
              <a:chExt cx="50173" cy="50173"/>
            </a:xfrm>
          </p:grpSpPr>
          <p:sp>
            <p:nvSpPr>
              <p:cNvPr name="Freeform 74" id="74"/>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75" id="75"/>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76" id="76"/>
            <p:cNvGrpSpPr/>
            <p:nvPr/>
          </p:nvGrpSpPr>
          <p:grpSpPr>
            <a:xfrm rot="0">
              <a:off x="0" y="0"/>
              <a:ext cx="231992" cy="231992"/>
              <a:chOff x="0" y="0"/>
              <a:chExt cx="50173" cy="50173"/>
            </a:xfrm>
          </p:grpSpPr>
          <p:sp>
            <p:nvSpPr>
              <p:cNvPr name="Freeform 77" id="77"/>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78" id="78"/>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79" id="79"/>
            <p:cNvGrpSpPr/>
            <p:nvPr/>
          </p:nvGrpSpPr>
          <p:grpSpPr>
            <a:xfrm rot="0">
              <a:off x="0" y="1272958"/>
              <a:ext cx="231992" cy="231992"/>
              <a:chOff x="0" y="0"/>
              <a:chExt cx="50173" cy="50173"/>
            </a:xfrm>
          </p:grpSpPr>
          <p:sp>
            <p:nvSpPr>
              <p:cNvPr name="Freeform 80" id="80"/>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81" id="81"/>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nvGrpSpPr>
            <p:cNvPr name="Group 82" id="82"/>
            <p:cNvGrpSpPr/>
            <p:nvPr/>
          </p:nvGrpSpPr>
          <p:grpSpPr>
            <a:xfrm rot="0">
              <a:off x="7157053" y="1272958"/>
              <a:ext cx="231992" cy="231992"/>
              <a:chOff x="0" y="0"/>
              <a:chExt cx="50173" cy="50173"/>
            </a:xfrm>
          </p:grpSpPr>
          <p:sp>
            <p:nvSpPr>
              <p:cNvPr name="Freeform 83" id="83"/>
              <p:cNvSpPr/>
              <p:nvPr/>
            </p:nvSpPr>
            <p:spPr>
              <a:xfrm flipH="false" flipV="false" rot="0">
                <a:off x="0" y="0"/>
                <a:ext cx="50173" cy="50173"/>
              </a:xfrm>
              <a:custGeom>
                <a:avLst/>
                <a:gdLst/>
                <a:ahLst/>
                <a:cxnLst/>
                <a:rect r="r" b="b" t="t" l="l"/>
                <a:pathLst>
                  <a:path h="50173" w="50173">
                    <a:moveTo>
                      <a:pt x="0" y="0"/>
                    </a:moveTo>
                    <a:lnTo>
                      <a:pt x="50173" y="0"/>
                    </a:lnTo>
                    <a:lnTo>
                      <a:pt x="50173" y="50173"/>
                    </a:lnTo>
                    <a:lnTo>
                      <a:pt x="0" y="50173"/>
                    </a:lnTo>
                    <a:close/>
                  </a:path>
                </a:pathLst>
              </a:custGeom>
              <a:solidFill>
                <a:srgbClr val="FFFFFF"/>
              </a:solidFill>
              <a:ln w="19050" cap="sq">
                <a:solidFill>
                  <a:srgbClr val="1A3FB4"/>
                </a:solidFill>
                <a:prstDash val="solid"/>
                <a:miter/>
              </a:ln>
            </p:spPr>
          </p:sp>
          <p:sp>
            <p:nvSpPr>
              <p:cNvPr name="TextBox 84" id="84"/>
              <p:cNvSpPr txBox="true"/>
              <p:nvPr/>
            </p:nvSpPr>
            <p:spPr>
              <a:xfrm>
                <a:off x="0" y="-47625"/>
                <a:ext cx="50173" cy="97798"/>
              </a:xfrm>
              <a:prstGeom prst="rect">
                <a:avLst/>
              </a:prstGeom>
            </p:spPr>
            <p:txBody>
              <a:bodyPr anchor="ctr" rtlCol="false" tIns="50800" lIns="50800" bIns="50800" rIns="50800"/>
              <a:lstStyle/>
              <a:p>
                <a:pPr algn="ctr">
                  <a:lnSpc>
                    <a:spcPts val="2659"/>
                  </a:lnSpc>
                </a:pPr>
              </a:p>
            </p:txBody>
          </p:sp>
        </p:grpSp>
      </p:grpSp>
      <p:sp>
        <p:nvSpPr>
          <p:cNvPr name="TextBox 85" id="85"/>
          <p:cNvSpPr txBox="true"/>
          <p:nvPr/>
        </p:nvSpPr>
        <p:spPr>
          <a:xfrm rot="0">
            <a:off x="12704495" y="4352797"/>
            <a:ext cx="4390653" cy="3957955"/>
          </a:xfrm>
          <a:prstGeom prst="rect">
            <a:avLst/>
          </a:prstGeom>
        </p:spPr>
        <p:txBody>
          <a:bodyPr anchor="t" rtlCol="false" tIns="0" lIns="0" bIns="0" rIns="0">
            <a:spAutoFit/>
          </a:bodyPr>
          <a:lstStyle/>
          <a:p>
            <a:pPr algn="l">
              <a:lnSpc>
                <a:spcPts val="3919"/>
              </a:lnSpc>
            </a:pPr>
            <a:r>
              <a:rPr lang="en-US" sz="2799">
                <a:solidFill>
                  <a:srgbClr val="272727"/>
                </a:solidFill>
                <a:latin typeface="210 디딤고딕"/>
                <a:ea typeface="210 디딤고딕"/>
                <a:cs typeface="210 디딤고딕"/>
                <a:sym typeface="210 디딤고딕"/>
              </a:rPr>
              <a:t>이곳에 프로젝트 목표를 입력해 주세요.</a:t>
            </a:r>
          </a:p>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a:t>
            </a:r>
          </a:p>
        </p:txBody>
      </p:sp>
      <p:sp>
        <p:nvSpPr>
          <p:cNvPr name="TextBox 86" id="86"/>
          <p:cNvSpPr txBox="true"/>
          <p:nvPr/>
        </p:nvSpPr>
        <p:spPr>
          <a:xfrm rot="0">
            <a:off x="12704495" y="3209119"/>
            <a:ext cx="4390653" cy="655956"/>
          </a:xfrm>
          <a:prstGeom prst="rect">
            <a:avLst/>
          </a:prstGeom>
        </p:spPr>
        <p:txBody>
          <a:bodyPr anchor="t" rtlCol="false" tIns="0" lIns="0" bIns="0" rIns="0">
            <a:spAutoFit/>
          </a:bodyPr>
          <a:lstStyle/>
          <a:p>
            <a:pPr algn="l">
              <a:lnSpc>
                <a:spcPts val="5319"/>
              </a:lnSpc>
              <a:spcBef>
                <a:spcPct val="0"/>
              </a:spcBef>
            </a:pPr>
            <a:r>
              <a:rPr lang="en-US" sz="3799">
                <a:solidFill>
                  <a:srgbClr val="1A3FB4"/>
                </a:solidFill>
                <a:latin typeface="210 도시락"/>
                <a:ea typeface="210 도시락"/>
                <a:cs typeface="210 도시락"/>
                <a:sym typeface="210 도시락"/>
              </a:rPr>
              <a:t>세번째 목표 키워드</a:t>
            </a:r>
          </a:p>
        </p:txBody>
      </p:sp>
      <p:sp>
        <p:nvSpPr>
          <p:cNvPr name="Freeform 87" id="87"/>
          <p:cNvSpPr/>
          <p:nvPr/>
        </p:nvSpPr>
        <p:spPr>
          <a:xfrm flipH="false" flipV="false" rot="0">
            <a:off x="4271747" y="8579107"/>
            <a:ext cx="683158" cy="884347"/>
          </a:xfrm>
          <a:custGeom>
            <a:avLst/>
            <a:gdLst/>
            <a:ahLst/>
            <a:cxnLst/>
            <a:rect r="r" b="b" t="t" l="l"/>
            <a:pathLst>
              <a:path h="884347" w="683158">
                <a:moveTo>
                  <a:pt x="0" y="0"/>
                </a:moveTo>
                <a:lnTo>
                  <a:pt x="683158" y="0"/>
                </a:lnTo>
                <a:lnTo>
                  <a:pt x="683158" y="884347"/>
                </a:lnTo>
                <a:lnTo>
                  <a:pt x="0" y="8843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sp>
        <p:nvSpPr>
          <p:cNvPr name="TextBox 5" id="5"/>
          <p:cNvSpPr txBox="true"/>
          <p:nvPr/>
        </p:nvSpPr>
        <p:spPr>
          <a:xfrm rot="0">
            <a:off x="728120" y="1046776"/>
            <a:ext cx="3301145" cy="2269359"/>
          </a:xfrm>
          <a:prstGeom prst="rect">
            <a:avLst/>
          </a:prstGeom>
        </p:spPr>
        <p:txBody>
          <a:bodyPr anchor="t" rtlCol="false" tIns="0" lIns="0" bIns="0" rIns="0">
            <a:spAutoFit/>
          </a:bodyPr>
          <a:lstStyle/>
          <a:p>
            <a:pPr algn="l">
              <a:lnSpc>
                <a:spcPts val="9013"/>
              </a:lnSpc>
            </a:pPr>
            <a:r>
              <a:rPr lang="en-US" sz="6777" spc="-142">
                <a:solidFill>
                  <a:srgbClr val="1A3FB4"/>
                </a:solidFill>
                <a:latin typeface="210 도시락"/>
                <a:ea typeface="210 도시락"/>
                <a:cs typeface="210 도시락"/>
                <a:sym typeface="210 도시락"/>
              </a:rPr>
              <a:t>프로젝트 진행 과정</a:t>
            </a:r>
          </a:p>
        </p:txBody>
      </p:sp>
      <p:grpSp>
        <p:nvGrpSpPr>
          <p:cNvPr name="Group 6" id="6"/>
          <p:cNvGrpSpPr/>
          <p:nvPr/>
        </p:nvGrpSpPr>
        <p:grpSpPr>
          <a:xfrm rot="0">
            <a:off x="5198070" y="1268973"/>
            <a:ext cx="11009907" cy="2865928"/>
            <a:chOff x="0" y="0"/>
            <a:chExt cx="2899728" cy="754812"/>
          </a:xfrm>
        </p:grpSpPr>
        <p:sp>
          <p:nvSpPr>
            <p:cNvPr name="Freeform 7" id="7"/>
            <p:cNvSpPr/>
            <p:nvPr/>
          </p:nvSpPr>
          <p:spPr>
            <a:xfrm flipH="false" flipV="false" rot="0">
              <a:off x="0" y="0"/>
              <a:ext cx="2899728" cy="754812"/>
            </a:xfrm>
            <a:custGeom>
              <a:avLst/>
              <a:gdLst/>
              <a:ahLst/>
              <a:cxnLst/>
              <a:rect r="r" b="b" t="t" l="l"/>
              <a:pathLst>
                <a:path h="754812" w="2899728">
                  <a:moveTo>
                    <a:pt x="0" y="0"/>
                  </a:moveTo>
                  <a:lnTo>
                    <a:pt x="2899728" y="0"/>
                  </a:lnTo>
                  <a:lnTo>
                    <a:pt x="2899728" y="754812"/>
                  </a:lnTo>
                  <a:lnTo>
                    <a:pt x="0" y="754812"/>
                  </a:lnTo>
                  <a:close/>
                </a:path>
              </a:pathLst>
            </a:custGeom>
            <a:solidFill>
              <a:srgbClr val="FFFFFF"/>
            </a:solidFill>
            <a:ln w="19050" cap="sq">
              <a:solidFill>
                <a:srgbClr val="1A3FB4"/>
              </a:solidFill>
              <a:prstDash val="solid"/>
              <a:miter/>
            </a:ln>
          </p:spPr>
        </p:sp>
        <p:sp>
          <p:nvSpPr>
            <p:cNvPr name="TextBox 8" id="8"/>
            <p:cNvSpPr txBox="true"/>
            <p:nvPr/>
          </p:nvSpPr>
          <p:spPr>
            <a:xfrm>
              <a:off x="0" y="-47625"/>
              <a:ext cx="2899728" cy="80243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198070" y="1268973"/>
            <a:ext cx="11009907" cy="562238"/>
            <a:chOff x="0" y="0"/>
            <a:chExt cx="2899728" cy="148079"/>
          </a:xfrm>
        </p:grpSpPr>
        <p:sp>
          <p:nvSpPr>
            <p:cNvPr name="Freeform 10" id="10"/>
            <p:cNvSpPr/>
            <p:nvPr/>
          </p:nvSpPr>
          <p:spPr>
            <a:xfrm flipH="false" flipV="false" rot="0">
              <a:off x="0" y="0"/>
              <a:ext cx="2899728" cy="148079"/>
            </a:xfrm>
            <a:custGeom>
              <a:avLst/>
              <a:gdLst/>
              <a:ahLst/>
              <a:cxnLst/>
              <a:rect r="r" b="b" t="t" l="l"/>
              <a:pathLst>
                <a:path h="148079" w="2899728">
                  <a:moveTo>
                    <a:pt x="0" y="0"/>
                  </a:moveTo>
                  <a:lnTo>
                    <a:pt x="2899728" y="0"/>
                  </a:lnTo>
                  <a:lnTo>
                    <a:pt x="2899728" y="148079"/>
                  </a:lnTo>
                  <a:lnTo>
                    <a:pt x="0" y="148079"/>
                  </a:lnTo>
                  <a:close/>
                </a:path>
              </a:pathLst>
            </a:custGeom>
            <a:solidFill>
              <a:srgbClr val="E4E3E2"/>
            </a:solidFill>
            <a:ln w="19050" cap="sq">
              <a:solidFill>
                <a:srgbClr val="1A3FB4"/>
              </a:solidFill>
              <a:prstDash val="solid"/>
              <a:miter/>
            </a:ln>
          </p:spPr>
        </p:sp>
        <p:sp>
          <p:nvSpPr>
            <p:cNvPr name="TextBox 11" id="11"/>
            <p:cNvSpPr txBox="true"/>
            <p:nvPr/>
          </p:nvSpPr>
          <p:spPr>
            <a:xfrm>
              <a:off x="0" y="-47625"/>
              <a:ext cx="2899728" cy="19570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378443" y="1446944"/>
            <a:ext cx="838869" cy="220251"/>
            <a:chOff x="0" y="0"/>
            <a:chExt cx="1118492" cy="293668"/>
          </a:xfrm>
        </p:grpSpPr>
        <p:grpSp>
          <p:nvGrpSpPr>
            <p:cNvPr name="Group 13" id="13"/>
            <p:cNvGrpSpPr/>
            <p:nvPr/>
          </p:nvGrpSpPr>
          <p:grpSpPr>
            <a:xfrm rot="0">
              <a:off x="0" y="0"/>
              <a:ext cx="293668" cy="29366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412412" y="0"/>
              <a:ext cx="293668" cy="29366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824824" y="0"/>
              <a:ext cx="293668" cy="29366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sp>
        <p:nvSpPr>
          <p:cNvPr name="TextBox 22" id="22"/>
          <p:cNvSpPr txBox="true"/>
          <p:nvPr/>
        </p:nvSpPr>
        <p:spPr>
          <a:xfrm rot="0">
            <a:off x="5723732" y="2162406"/>
            <a:ext cx="9958583" cy="986155"/>
          </a:xfrm>
          <a:prstGeom prst="rect">
            <a:avLst/>
          </a:prstGeom>
        </p:spPr>
        <p:txBody>
          <a:bodyPr anchor="t" rtlCol="false" tIns="0" lIns="0" bIns="0" rIns="0">
            <a:spAutoFit/>
          </a:bodyPr>
          <a:lstStyle/>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a:t>
            </a:r>
          </a:p>
        </p:txBody>
      </p:sp>
      <p:grpSp>
        <p:nvGrpSpPr>
          <p:cNvPr name="Group 23" id="23"/>
          <p:cNvGrpSpPr/>
          <p:nvPr/>
        </p:nvGrpSpPr>
        <p:grpSpPr>
          <a:xfrm rot="0">
            <a:off x="5723732" y="3710536"/>
            <a:ext cx="11009907" cy="2865928"/>
            <a:chOff x="0" y="0"/>
            <a:chExt cx="2899728" cy="754812"/>
          </a:xfrm>
        </p:grpSpPr>
        <p:sp>
          <p:nvSpPr>
            <p:cNvPr name="Freeform 24" id="24"/>
            <p:cNvSpPr/>
            <p:nvPr/>
          </p:nvSpPr>
          <p:spPr>
            <a:xfrm flipH="false" flipV="false" rot="0">
              <a:off x="0" y="0"/>
              <a:ext cx="2899728" cy="754812"/>
            </a:xfrm>
            <a:custGeom>
              <a:avLst/>
              <a:gdLst/>
              <a:ahLst/>
              <a:cxnLst/>
              <a:rect r="r" b="b" t="t" l="l"/>
              <a:pathLst>
                <a:path h="754812" w="2899728">
                  <a:moveTo>
                    <a:pt x="0" y="0"/>
                  </a:moveTo>
                  <a:lnTo>
                    <a:pt x="2899728" y="0"/>
                  </a:lnTo>
                  <a:lnTo>
                    <a:pt x="2899728" y="754812"/>
                  </a:lnTo>
                  <a:lnTo>
                    <a:pt x="0" y="754812"/>
                  </a:lnTo>
                  <a:close/>
                </a:path>
              </a:pathLst>
            </a:custGeom>
            <a:solidFill>
              <a:srgbClr val="FFFFFF"/>
            </a:solidFill>
            <a:ln w="19050" cap="sq">
              <a:solidFill>
                <a:srgbClr val="1A3FB4"/>
              </a:solidFill>
              <a:prstDash val="solid"/>
              <a:miter/>
            </a:ln>
          </p:spPr>
        </p:sp>
        <p:sp>
          <p:nvSpPr>
            <p:cNvPr name="TextBox 25" id="25"/>
            <p:cNvSpPr txBox="true"/>
            <p:nvPr/>
          </p:nvSpPr>
          <p:spPr>
            <a:xfrm>
              <a:off x="0" y="-47625"/>
              <a:ext cx="2899728" cy="802437"/>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5723732" y="3708356"/>
            <a:ext cx="11009907" cy="562238"/>
            <a:chOff x="0" y="0"/>
            <a:chExt cx="2899728" cy="148079"/>
          </a:xfrm>
        </p:grpSpPr>
        <p:sp>
          <p:nvSpPr>
            <p:cNvPr name="Freeform 27" id="27"/>
            <p:cNvSpPr/>
            <p:nvPr/>
          </p:nvSpPr>
          <p:spPr>
            <a:xfrm flipH="false" flipV="false" rot="0">
              <a:off x="0" y="0"/>
              <a:ext cx="2899728" cy="148079"/>
            </a:xfrm>
            <a:custGeom>
              <a:avLst/>
              <a:gdLst/>
              <a:ahLst/>
              <a:cxnLst/>
              <a:rect r="r" b="b" t="t" l="l"/>
              <a:pathLst>
                <a:path h="148079" w="2899728">
                  <a:moveTo>
                    <a:pt x="0" y="0"/>
                  </a:moveTo>
                  <a:lnTo>
                    <a:pt x="2899728" y="0"/>
                  </a:lnTo>
                  <a:lnTo>
                    <a:pt x="2899728" y="148079"/>
                  </a:lnTo>
                  <a:lnTo>
                    <a:pt x="0" y="148079"/>
                  </a:lnTo>
                  <a:close/>
                </a:path>
              </a:pathLst>
            </a:custGeom>
            <a:solidFill>
              <a:srgbClr val="E4E3E2"/>
            </a:solidFill>
            <a:ln w="19050" cap="sq">
              <a:solidFill>
                <a:srgbClr val="1A3FB4"/>
              </a:solidFill>
              <a:prstDash val="solid"/>
              <a:miter/>
            </a:ln>
          </p:spPr>
        </p:sp>
        <p:sp>
          <p:nvSpPr>
            <p:cNvPr name="TextBox 28" id="28"/>
            <p:cNvSpPr txBox="true"/>
            <p:nvPr/>
          </p:nvSpPr>
          <p:spPr>
            <a:xfrm>
              <a:off x="0" y="-47625"/>
              <a:ext cx="2899728" cy="195704"/>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5904105" y="3888507"/>
            <a:ext cx="838869" cy="220251"/>
            <a:chOff x="0" y="0"/>
            <a:chExt cx="1118492" cy="293668"/>
          </a:xfrm>
        </p:grpSpPr>
        <p:grpSp>
          <p:nvGrpSpPr>
            <p:cNvPr name="Group 30" id="30"/>
            <p:cNvGrpSpPr/>
            <p:nvPr/>
          </p:nvGrpSpPr>
          <p:grpSpPr>
            <a:xfrm rot="0">
              <a:off x="0" y="0"/>
              <a:ext cx="293668" cy="29366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412412" y="0"/>
              <a:ext cx="293668" cy="293668"/>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824824" y="0"/>
              <a:ext cx="293668" cy="293668"/>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sp>
        <p:nvSpPr>
          <p:cNvPr name="TextBox 39" id="39"/>
          <p:cNvSpPr txBox="true"/>
          <p:nvPr/>
        </p:nvSpPr>
        <p:spPr>
          <a:xfrm rot="0">
            <a:off x="6249393" y="4603969"/>
            <a:ext cx="9958583" cy="986155"/>
          </a:xfrm>
          <a:prstGeom prst="rect">
            <a:avLst/>
          </a:prstGeom>
        </p:spPr>
        <p:txBody>
          <a:bodyPr anchor="t" rtlCol="false" tIns="0" lIns="0" bIns="0" rIns="0">
            <a:spAutoFit/>
          </a:bodyPr>
          <a:lstStyle/>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a:t>
            </a:r>
          </a:p>
        </p:txBody>
      </p:sp>
      <p:grpSp>
        <p:nvGrpSpPr>
          <p:cNvPr name="Group 40" id="40"/>
          <p:cNvGrpSpPr/>
          <p:nvPr/>
        </p:nvGrpSpPr>
        <p:grpSpPr>
          <a:xfrm rot="0">
            <a:off x="6249393" y="6152099"/>
            <a:ext cx="11009907" cy="2865928"/>
            <a:chOff x="0" y="0"/>
            <a:chExt cx="2899728" cy="754812"/>
          </a:xfrm>
        </p:grpSpPr>
        <p:sp>
          <p:nvSpPr>
            <p:cNvPr name="Freeform 41" id="41"/>
            <p:cNvSpPr/>
            <p:nvPr/>
          </p:nvSpPr>
          <p:spPr>
            <a:xfrm flipH="false" flipV="false" rot="0">
              <a:off x="0" y="0"/>
              <a:ext cx="2899728" cy="754812"/>
            </a:xfrm>
            <a:custGeom>
              <a:avLst/>
              <a:gdLst/>
              <a:ahLst/>
              <a:cxnLst/>
              <a:rect r="r" b="b" t="t" l="l"/>
              <a:pathLst>
                <a:path h="754812" w="2899728">
                  <a:moveTo>
                    <a:pt x="0" y="0"/>
                  </a:moveTo>
                  <a:lnTo>
                    <a:pt x="2899728" y="0"/>
                  </a:lnTo>
                  <a:lnTo>
                    <a:pt x="2899728" y="754812"/>
                  </a:lnTo>
                  <a:lnTo>
                    <a:pt x="0" y="754812"/>
                  </a:lnTo>
                  <a:close/>
                </a:path>
              </a:pathLst>
            </a:custGeom>
            <a:solidFill>
              <a:srgbClr val="FFFFFF"/>
            </a:solidFill>
            <a:ln w="19050" cap="sq">
              <a:solidFill>
                <a:srgbClr val="1A3FB4"/>
              </a:solidFill>
              <a:prstDash val="solid"/>
              <a:miter/>
            </a:ln>
          </p:spPr>
        </p:sp>
        <p:sp>
          <p:nvSpPr>
            <p:cNvPr name="TextBox 42" id="42"/>
            <p:cNvSpPr txBox="true"/>
            <p:nvPr/>
          </p:nvSpPr>
          <p:spPr>
            <a:xfrm>
              <a:off x="0" y="-47625"/>
              <a:ext cx="2899728" cy="802437"/>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6249393" y="6152099"/>
            <a:ext cx="11009907" cy="562238"/>
            <a:chOff x="0" y="0"/>
            <a:chExt cx="2899728" cy="148079"/>
          </a:xfrm>
        </p:grpSpPr>
        <p:sp>
          <p:nvSpPr>
            <p:cNvPr name="Freeform 44" id="44"/>
            <p:cNvSpPr/>
            <p:nvPr/>
          </p:nvSpPr>
          <p:spPr>
            <a:xfrm flipH="false" flipV="false" rot="0">
              <a:off x="0" y="0"/>
              <a:ext cx="2899728" cy="148079"/>
            </a:xfrm>
            <a:custGeom>
              <a:avLst/>
              <a:gdLst/>
              <a:ahLst/>
              <a:cxnLst/>
              <a:rect r="r" b="b" t="t" l="l"/>
              <a:pathLst>
                <a:path h="148079" w="2899728">
                  <a:moveTo>
                    <a:pt x="0" y="0"/>
                  </a:moveTo>
                  <a:lnTo>
                    <a:pt x="2899728" y="0"/>
                  </a:lnTo>
                  <a:lnTo>
                    <a:pt x="2899728" y="148079"/>
                  </a:lnTo>
                  <a:lnTo>
                    <a:pt x="0" y="148079"/>
                  </a:lnTo>
                  <a:close/>
                </a:path>
              </a:pathLst>
            </a:custGeom>
            <a:solidFill>
              <a:srgbClr val="E4E3E2"/>
            </a:solidFill>
            <a:ln w="19050" cap="sq">
              <a:solidFill>
                <a:srgbClr val="1A3FB4"/>
              </a:solidFill>
              <a:prstDash val="solid"/>
              <a:miter/>
            </a:ln>
          </p:spPr>
        </p:sp>
        <p:sp>
          <p:nvSpPr>
            <p:cNvPr name="TextBox 45" id="45"/>
            <p:cNvSpPr txBox="true"/>
            <p:nvPr/>
          </p:nvSpPr>
          <p:spPr>
            <a:xfrm>
              <a:off x="0" y="-47625"/>
              <a:ext cx="2899728" cy="19570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6429766" y="6330070"/>
            <a:ext cx="838869" cy="220251"/>
            <a:chOff x="0" y="0"/>
            <a:chExt cx="1118492" cy="293668"/>
          </a:xfrm>
        </p:grpSpPr>
        <p:grpSp>
          <p:nvGrpSpPr>
            <p:cNvPr name="Group 47" id="47"/>
            <p:cNvGrpSpPr/>
            <p:nvPr/>
          </p:nvGrpSpPr>
          <p:grpSpPr>
            <a:xfrm rot="0">
              <a:off x="0" y="0"/>
              <a:ext cx="293668" cy="29366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49" id="4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412412" y="0"/>
              <a:ext cx="293668" cy="293668"/>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52" id="5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824824" y="0"/>
              <a:ext cx="293668" cy="293668"/>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55" id="5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sp>
        <p:nvSpPr>
          <p:cNvPr name="TextBox 56" id="56"/>
          <p:cNvSpPr txBox="true"/>
          <p:nvPr/>
        </p:nvSpPr>
        <p:spPr>
          <a:xfrm rot="0">
            <a:off x="6775055" y="7045532"/>
            <a:ext cx="9958583" cy="986155"/>
          </a:xfrm>
          <a:prstGeom prst="rect">
            <a:avLst/>
          </a:prstGeom>
        </p:spPr>
        <p:txBody>
          <a:bodyPr anchor="t" rtlCol="false" tIns="0" lIns="0" bIns="0" rIns="0">
            <a:spAutoFit/>
          </a:bodyPr>
          <a:lstStyle/>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a:t>
            </a:r>
          </a:p>
        </p:txBody>
      </p:sp>
      <p:sp>
        <p:nvSpPr>
          <p:cNvPr name="Freeform 57" id="57"/>
          <p:cNvSpPr/>
          <p:nvPr/>
        </p:nvSpPr>
        <p:spPr>
          <a:xfrm flipH="false" flipV="false" rot="994177">
            <a:off x="3170850" y="3680881"/>
            <a:ext cx="3157174" cy="4114800"/>
          </a:xfrm>
          <a:custGeom>
            <a:avLst/>
            <a:gdLst/>
            <a:ahLst/>
            <a:cxnLst/>
            <a:rect r="r" b="b" t="t" l="l"/>
            <a:pathLst>
              <a:path h="4114800" w="3157174">
                <a:moveTo>
                  <a:pt x="0" y="0"/>
                </a:moveTo>
                <a:lnTo>
                  <a:pt x="3157174" y="0"/>
                </a:lnTo>
                <a:lnTo>
                  <a:pt x="315717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sp>
        <p:nvSpPr>
          <p:cNvPr name="Freeform 5" id="5"/>
          <p:cNvSpPr/>
          <p:nvPr/>
        </p:nvSpPr>
        <p:spPr>
          <a:xfrm flipH="false" flipV="false" rot="0">
            <a:off x="3147591" y="7847882"/>
            <a:ext cx="881674" cy="1141325"/>
          </a:xfrm>
          <a:custGeom>
            <a:avLst/>
            <a:gdLst/>
            <a:ahLst/>
            <a:cxnLst/>
            <a:rect r="r" b="b" t="t" l="l"/>
            <a:pathLst>
              <a:path h="1141325" w="881674">
                <a:moveTo>
                  <a:pt x="0" y="0"/>
                </a:moveTo>
                <a:lnTo>
                  <a:pt x="881674" y="0"/>
                </a:lnTo>
                <a:lnTo>
                  <a:pt x="881674" y="1141326"/>
                </a:lnTo>
                <a:lnTo>
                  <a:pt x="0" y="11413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853697" y="2512294"/>
            <a:ext cx="5877019" cy="6978185"/>
            <a:chOff x="0" y="0"/>
            <a:chExt cx="1547857" cy="1837876"/>
          </a:xfrm>
        </p:grpSpPr>
        <p:sp>
          <p:nvSpPr>
            <p:cNvPr name="Freeform 7" id="7"/>
            <p:cNvSpPr/>
            <p:nvPr/>
          </p:nvSpPr>
          <p:spPr>
            <a:xfrm flipH="false" flipV="false" rot="0">
              <a:off x="0" y="0"/>
              <a:ext cx="1547857" cy="1837876"/>
            </a:xfrm>
            <a:custGeom>
              <a:avLst/>
              <a:gdLst/>
              <a:ahLst/>
              <a:cxnLst/>
              <a:rect r="r" b="b" t="t" l="l"/>
              <a:pathLst>
                <a:path h="1837876" w="1547857">
                  <a:moveTo>
                    <a:pt x="0" y="0"/>
                  </a:moveTo>
                  <a:lnTo>
                    <a:pt x="1547857" y="0"/>
                  </a:lnTo>
                  <a:lnTo>
                    <a:pt x="1547857" y="1837876"/>
                  </a:lnTo>
                  <a:lnTo>
                    <a:pt x="0" y="1837876"/>
                  </a:lnTo>
                  <a:close/>
                </a:path>
              </a:pathLst>
            </a:custGeom>
            <a:solidFill>
              <a:srgbClr val="FFFFFF"/>
            </a:solidFill>
            <a:ln w="19050" cap="sq">
              <a:solidFill>
                <a:srgbClr val="1A3FB4"/>
              </a:solidFill>
              <a:prstDash val="solid"/>
              <a:miter/>
            </a:ln>
          </p:spPr>
        </p:sp>
        <p:sp>
          <p:nvSpPr>
            <p:cNvPr name="TextBox 8" id="8"/>
            <p:cNvSpPr txBox="true"/>
            <p:nvPr/>
          </p:nvSpPr>
          <p:spPr>
            <a:xfrm>
              <a:off x="0" y="-47625"/>
              <a:ext cx="1547857" cy="188550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853697" y="2512294"/>
            <a:ext cx="5877019" cy="576194"/>
            <a:chOff x="0" y="0"/>
            <a:chExt cx="1547857" cy="151755"/>
          </a:xfrm>
        </p:grpSpPr>
        <p:sp>
          <p:nvSpPr>
            <p:cNvPr name="Freeform 10" id="10"/>
            <p:cNvSpPr/>
            <p:nvPr/>
          </p:nvSpPr>
          <p:spPr>
            <a:xfrm flipH="false" flipV="false" rot="0">
              <a:off x="0" y="0"/>
              <a:ext cx="1547857" cy="151755"/>
            </a:xfrm>
            <a:custGeom>
              <a:avLst/>
              <a:gdLst/>
              <a:ahLst/>
              <a:cxnLst/>
              <a:rect r="r" b="b" t="t" l="l"/>
              <a:pathLst>
                <a:path h="151755" w="1547857">
                  <a:moveTo>
                    <a:pt x="0" y="0"/>
                  </a:moveTo>
                  <a:lnTo>
                    <a:pt x="1547857" y="0"/>
                  </a:lnTo>
                  <a:lnTo>
                    <a:pt x="1547857" y="151755"/>
                  </a:lnTo>
                  <a:lnTo>
                    <a:pt x="0" y="151755"/>
                  </a:lnTo>
                  <a:close/>
                </a:path>
              </a:pathLst>
            </a:custGeom>
            <a:solidFill>
              <a:srgbClr val="E4E3E2"/>
            </a:solidFill>
            <a:ln w="19050" cap="sq">
              <a:solidFill>
                <a:srgbClr val="1A3FB4"/>
              </a:solidFill>
              <a:prstDash val="solid"/>
              <a:miter/>
            </a:ln>
          </p:spPr>
        </p:sp>
        <p:sp>
          <p:nvSpPr>
            <p:cNvPr name="TextBox 11" id="11"/>
            <p:cNvSpPr txBox="true"/>
            <p:nvPr/>
          </p:nvSpPr>
          <p:spPr>
            <a:xfrm>
              <a:off x="0" y="-47625"/>
              <a:ext cx="1547857" cy="19938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34070" y="2690266"/>
            <a:ext cx="220251" cy="22025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43379" y="2690266"/>
            <a:ext cx="220251" cy="22025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52688" y="2690266"/>
            <a:ext cx="220251" cy="22025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FB4"/>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082074" y="2512294"/>
            <a:ext cx="10581729" cy="6978185"/>
            <a:chOff x="0" y="0"/>
            <a:chExt cx="14108972" cy="9304247"/>
          </a:xfrm>
        </p:grpSpPr>
        <p:sp>
          <p:nvSpPr>
            <p:cNvPr name="Freeform 22" id="22"/>
            <p:cNvSpPr/>
            <p:nvPr/>
          </p:nvSpPr>
          <p:spPr>
            <a:xfrm flipH="false" flipV="false" rot="0">
              <a:off x="5549034" y="0"/>
              <a:ext cx="8559938" cy="9304247"/>
            </a:xfrm>
            <a:custGeom>
              <a:avLst/>
              <a:gdLst/>
              <a:ahLst/>
              <a:cxnLst/>
              <a:rect r="r" b="b" t="t" l="l"/>
              <a:pathLst>
                <a:path h="9304247" w="8559938">
                  <a:moveTo>
                    <a:pt x="0" y="0"/>
                  </a:moveTo>
                  <a:lnTo>
                    <a:pt x="8559938" y="0"/>
                  </a:lnTo>
                  <a:lnTo>
                    <a:pt x="8559938" y="9304247"/>
                  </a:lnTo>
                  <a:lnTo>
                    <a:pt x="0" y="9304247"/>
                  </a:lnTo>
                  <a:lnTo>
                    <a:pt x="0" y="0"/>
                  </a:lnTo>
                  <a:close/>
                </a:path>
              </a:pathLst>
            </a:custGeom>
            <a:blipFill>
              <a:blip r:embed="rId6">
                <a:extLst>
                  <a:ext uri="{96DAC541-7B7A-43D3-8B79-37D633B846F1}">
                    <asvg:svgBlip xmlns:asvg="http://schemas.microsoft.com/office/drawing/2016/SVG/main" r:embed="rId7"/>
                  </a:ext>
                </a:extLst>
              </a:blip>
              <a:stretch>
                <a:fillRect l="-106146" t="0" r="0" b="0"/>
              </a:stretch>
            </a:blipFill>
          </p:spPr>
        </p:sp>
        <p:sp>
          <p:nvSpPr>
            <p:cNvPr name="Freeform 23" id="23"/>
            <p:cNvSpPr/>
            <p:nvPr/>
          </p:nvSpPr>
          <p:spPr>
            <a:xfrm flipH="false" flipV="false" rot="0">
              <a:off x="0" y="0"/>
              <a:ext cx="5724028" cy="9304247"/>
            </a:xfrm>
            <a:custGeom>
              <a:avLst/>
              <a:gdLst/>
              <a:ahLst/>
              <a:cxnLst/>
              <a:rect r="r" b="b" t="t" l="l"/>
              <a:pathLst>
                <a:path h="9304247" w="5724028">
                  <a:moveTo>
                    <a:pt x="0" y="0"/>
                  </a:moveTo>
                  <a:lnTo>
                    <a:pt x="5724028" y="0"/>
                  </a:lnTo>
                  <a:lnTo>
                    <a:pt x="5724028" y="9304247"/>
                  </a:lnTo>
                  <a:lnTo>
                    <a:pt x="0" y="9304247"/>
                  </a:lnTo>
                  <a:lnTo>
                    <a:pt x="0" y="0"/>
                  </a:lnTo>
                  <a:close/>
                </a:path>
              </a:pathLst>
            </a:custGeom>
            <a:blipFill>
              <a:blip r:embed="rId6">
                <a:extLst>
                  <a:ext uri="{96DAC541-7B7A-43D3-8B79-37D633B846F1}">
                    <asvg:svgBlip xmlns:asvg="http://schemas.microsoft.com/office/drawing/2016/SVG/main" r:embed="rId7"/>
                  </a:ext>
                </a:extLst>
              </a:blip>
              <a:stretch>
                <a:fillRect l="0" t="0" r="-208279" b="0"/>
              </a:stretch>
            </a:blipFill>
          </p:spPr>
        </p:sp>
      </p:grpSp>
      <p:pic>
        <p:nvPicPr>
          <p:cNvPr name="Picture 24" id="24"/>
          <p:cNvPicPr>
            <a:picLocks noChangeAspect="true"/>
          </p:cNvPicPr>
          <p:nvPr/>
        </p:nvPicPr>
        <p:blipFill>
          <a:blip r:embed="rId8"/>
          <a:stretch>
            <a:fillRect/>
          </a:stretch>
        </p:blipFill>
        <p:spPr>
          <a:xfrm rot="0">
            <a:off x="6983811" y="2290298"/>
            <a:ext cx="10778257" cy="7422178"/>
          </a:xfrm>
          <a:prstGeom prst="rect">
            <a:avLst/>
          </a:prstGeom>
        </p:spPr>
      </p:pic>
      <p:sp>
        <p:nvSpPr>
          <p:cNvPr name="TextBox 25" id="25"/>
          <p:cNvSpPr txBox="true"/>
          <p:nvPr/>
        </p:nvSpPr>
        <p:spPr>
          <a:xfrm rot="0">
            <a:off x="3792207" y="695036"/>
            <a:ext cx="10703586" cy="1127109"/>
          </a:xfrm>
          <a:prstGeom prst="rect">
            <a:avLst/>
          </a:prstGeom>
        </p:spPr>
        <p:txBody>
          <a:bodyPr anchor="t" rtlCol="false" tIns="0" lIns="0" bIns="0" rIns="0">
            <a:spAutoFit/>
          </a:bodyPr>
          <a:lstStyle/>
          <a:p>
            <a:pPr algn="ctr">
              <a:lnSpc>
                <a:spcPts val="9013"/>
              </a:lnSpc>
            </a:pPr>
            <a:r>
              <a:rPr lang="en-US" sz="6777" spc="-142">
                <a:solidFill>
                  <a:srgbClr val="1A3FB4"/>
                </a:solidFill>
                <a:latin typeface="210 도시락"/>
                <a:ea typeface="210 도시락"/>
                <a:cs typeface="210 도시락"/>
                <a:sym typeface="210 도시락"/>
              </a:rPr>
              <a:t>차트 분석</a:t>
            </a:r>
          </a:p>
        </p:txBody>
      </p:sp>
      <p:sp>
        <p:nvSpPr>
          <p:cNvPr name="TextBox 26" id="26"/>
          <p:cNvSpPr txBox="true"/>
          <p:nvPr/>
        </p:nvSpPr>
        <p:spPr>
          <a:xfrm rot="0">
            <a:off x="1369560" y="3750507"/>
            <a:ext cx="4845294" cy="4948555"/>
          </a:xfrm>
          <a:prstGeom prst="rect">
            <a:avLst/>
          </a:prstGeom>
        </p:spPr>
        <p:txBody>
          <a:bodyPr anchor="t" rtlCol="false" tIns="0" lIns="0" bIns="0" rIns="0">
            <a:spAutoFit/>
          </a:bodyPr>
          <a:lstStyle/>
          <a:p>
            <a:pPr algn="l">
              <a:lnSpc>
                <a:spcPts val="3919"/>
              </a:lnSpc>
              <a:spcBef>
                <a:spcPct val="0"/>
              </a:spcBef>
            </a:pPr>
            <a:r>
              <a:rPr lang="en-US" sz="2799">
                <a:solidFill>
                  <a:srgbClr val="272727"/>
                </a:solidFill>
                <a:latin typeface="210 디딤고딕"/>
                <a:ea typeface="210 디딤고딕"/>
                <a:cs typeface="210 디딤고딕"/>
                <a:sym typeface="210 디딤고딕"/>
              </a:rPr>
              <a:t>Lorem ipsum dolor sit amet, consectetur adipiscing elit, sed do eiusmod tempor incididunt ut labore et dolore magna aliqua. Lorem ipsum dolor sit amet, consectetur adipiscing elit, sed do eiusmod tempor incididunt ut labore et dolore magna aliqua.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sp>
        <p:nvSpPr>
          <p:cNvPr name="Freeform 5" id="5"/>
          <p:cNvSpPr/>
          <p:nvPr/>
        </p:nvSpPr>
        <p:spPr>
          <a:xfrm flipH="false" flipV="false" rot="0">
            <a:off x="3147591" y="7847882"/>
            <a:ext cx="881674" cy="1141325"/>
          </a:xfrm>
          <a:custGeom>
            <a:avLst/>
            <a:gdLst/>
            <a:ahLst/>
            <a:cxnLst/>
            <a:rect r="r" b="b" t="t" l="l"/>
            <a:pathLst>
              <a:path h="1141325" w="881674">
                <a:moveTo>
                  <a:pt x="0" y="0"/>
                </a:moveTo>
                <a:lnTo>
                  <a:pt x="881674" y="0"/>
                </a:lnTo>
                <a:lnTo>
                  <a:pt x="881674" y="1141326"/>
                </a:lnTo>
                <a:lnTo>
                  <a:pt x="0" y="11413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a:grpSpLocks noChangeAspect="true"/>
          </p:cNvGrpSpPr>
          <p:nvPr/>
        </p:nvGrpSpPr>
        <p:grpSpPr>
          <a:xfrm rot="0">
            <a:off x="1808224" y="2774883"/>
            <a:ext cx="6736637" cy="6737985"/>
            <a:chOff x="0" y="0"/>
            <a:chExt cx="6348730" cy="6350000"/>
          </a:xfrm>
        </p:grpSpPr>
        <p:sp>
          <p:nvSpPr>
            <p:cNvPr name="Freeform 7" id="7"/>
            <p:cNvSpPr/>
            <p:nvPr/>
          </p:nvSpPr>
          <p:spPr>
            <a:xfrm flipH="false" flipV="false" rot="0">
              <a:off x="12700" y="524510"/>
              <a:ext cx="6324600" cy="5812790"/>
            </a:xfrm>
            <a:custGeom>
              <a:avLst/>
              <a:gdLst/>
              <a:ahLst/>
              <a:cxnLst/>
              <a:rect r="r" b="b" t="t" l="l"/>
              <a:pathLst>
                <a:path h="5812790" w="6324600">
                  <a:moveTo>
                    <a:pt x="6323330" y="591820"/>
                  </a:moveTo>
                  <a:lnTo>
                    <a:pt x="6324600" y="5812790"/>
                  </a:lnTo>
                  <a:lnTo>
                    <a:pt x="6324600" y="5812790"/>
                  </a:lnTo>
                  <a:lnTo>
                    <a:pt x="0" y="5812790"/>
                  </a:lnTo>
                  <a:lnTo>
                    <a:pt x="0" y="0"/>
                  </a:lnTo>
                  <a:lnTo>
                    <a:pt x="6323330" y="0"/>
                  </a:lnTo>
                  <a:moveTo>
                    <a:pt x="6323330" y="0"/>
                  </a:moveTo>
                  <a:lnTo>
                    <a:pt x="6323330" y="591820"/>
                  </a:lnTo>
                </a:path>
              </a:pathLst>
            </a:custGeom>
            <a:blipFill>
              <a:blip r:embed="rId6"/>
              <a:stretch>
                <a:fillRect l="-18973" t="0" r="-18973" b="0"/>
              </a:stretch>
            </a:blipFill>
          </p:spPr>
        </p:sp>
        <p:sp>
          <p:nvSpPr>
            <p:cNvPr name="Freeform 8" id="8"/>
            <p:cNvSpPr/>
            <p:nvPr/>
          </p:nvSpPr>
          <p:spPr>
            <a:xfrm flipH="false" flipV="false" rot="0">
              <a:off x="12700" y="12700"/>
              <a:ext cx="6324600" cy="511810"/>
            </a:xfrm>
            <a:custGeom>
              <a:avLst/>
              <a:gdLst/>
              <a:ahLst/>
              <a:cxnLst/>
              <a:rect r="r" b="b" t="t" l="l"/>
              <a:pathLst>
                <a:path h="511810" w="6324600">
                  <a:moveTo>
                    <a:pt x="6323330" y="0"/>
                  </a:moveTo>
                  <a:lnTo>
                    <a:pt x="6323330" y="232410"/>
                  </a:lnTo>
                  <a:moveTo>
                    <a:pt x="6323330" y="232410"/>
                  </a:moveTo>
                  <a:lnTo>
                    <a:pt x="6324600" y="511810"/>
                  </a:lnTo>
                  <a:lnTo>
                    <a:pt x="6324600" y="511810"/>
                  </a:lnTo>
                  <a:lnTo>
                    <a:pt x="0" y="511810"/>
                  </a:lnTo>
                  <a:lnTo>
                    <a:pt x="0" y="0"/>
                  </a:lnTo>
                  <a:lnTo>
                    <a:pt x="6323330" y="0"/>
                  </a:lnTo>
                </a:path>
              </a:pathLst>
            </a:custGeom>
            <a:solidFill>
              <a:srgbClr val="E4E3E2"/>
            </a:solidFill>
          </p:spPr>
        </p:sp>
        <p:sp>
          <p:nvSpPr>
            <p:cNvPr name="Freeform 9" id="9"/>
            <p:cNvSpPr/>
            <p:nvPr/>
          </p:nvSpPr>
          <p:spPr>
            <a:xfrm flipH="false" flipV="false" rot="0">
              <a:off x="5062220" y="129540"/>
              <a:ext cx="1275080" cy="6207760"/>
            </a:xfrm>
            <a:custGeom>
              <a:avLst/>
              <a:gdLst/>
              <a:ahLst/>
              <a:cxnLst/>
              <a:rect r="r" b="b" t="t" l="l"/>
              <a:pathLst>
                <a:path h="6207760" w="1275080">
                  <a:moveTo>
                    <a:pt x="1275080" y="6207760"/>
                  </a:moveTo>
                  <a:lnTo>
                    <a:pt x="1037590" y="6207760"/>
                  </a:lnTo>
                  <a:lnTo>
                    <a:pt x="1037590" y="394970"/>
                  </a:lnTo>
                  <a:lnTo>
                    <a:pt x="1275080" y="394970"/>
                  </a:lnTo>
                  <a:lnTo>
                    <a:pt x="1275080" y="6207760"/>
                  </a:lnTo>
                  <a:close/>
                  <a:moveTo>
                    <a:pt x="279400" y="0"/>
                  </a:moveTo>
                  <a:lnTo>
                    <a:pt x="0" y="0"/>
                  </a:lnTo>
                  <a:lnTo>
                    <a:pt x="0" y="279400"/>
                  </a:lnTo>
                  <a:lnTo>
                    <a:pt x="279400" y="279400"/>
                  </a:lnTo>
                  <a:lnTo>
                    <a:pt x="279400" y="0"/>
                  </a:lnTo>
                  <a:close/>
                  <a:moveTo>
                    <a:pt x="1106170" y="0"/>
                  </a:moveTo>
                  <a:lnTo>
                    <a:pt x="826770" y="0"/>
                  </a:lnTo>
                  <a:lnTo>
                    <a:pt x="826770" y="279400"/>
                  </a:lnTo>
                  <a:lnTo>
                    <a:pt x="1106170" y="279400"/>
                  </a:lnTo>
                  <a:lnTo>
                    <a:pt x="1106170" y="0"/>
                  </a:lnTo>
                  <a:close/>
                  <a:moveTo>
                    <a:pt x="692150" y="0"/>
                  </a:moveTo>
                  <a:lnTo>
                    <a:pt x="412750" y="0"/>
                  </a:lnTo>
                  <a:lnTo>
                    <a:pt x="412750" y="279400"/>
                  </a:lnTo>
                  <a:lnTo>
                    <a:pt x="692150" y="279400"/>
                  </a:lnTo>
                  <a:lnTo>
                    <a:pt x="692150" y="0"/>
                  </a:lnTo>
                  <a:close/>
                </a:path>
              </a:pathLst>
            </a:custGeom>
            <a:solidFill>
              <a:srgbClr val="FFFFFF"/>
            </a:solidFill>
          </p:spPr>
        </p:sp>
        <p:sp>
          <p:nvSpPr>
            <p:cNvPr name="Freeform 10" id="10"/>
            <p:cNvSpPr/>
            <p:nvPr/>
          </p:nvSpPr>
          <p:spPr>
            <a:xfrm flipH="false" flipV="false" rot="0">
              <a:off x="6099810" y="1642110"/>
              <a:ext cx="237490" cy="2237740"/>
            </a:xfrm>
            <a:custGeom>
              <a:avLst/>
              <a:gdLst/>
              <a:ahLst/>
              <a:cxnLst/>
              <a:rect r="r" b="b" t="t" l="l"/>
              <a:pathLst>
                <a:path h="2237740" w="237490">
                  <a:moveTo>
                    <a:pt x="237490" y="0"/>
                  </a:moveTo>
                  <a:lnTo>
                    <a:pt x="237490" y="2237740"/>
                  </a:lnTo>
                  <a:lnTo>
                    <a:pt x="0" y="2237740"/>
                  </a:lnTo>
                  <a:lnTo>
                    <a:pt x="0" y="0"/>
                  </a:lnTo>
                  <a:moveTo>
                    <a:pt x="0" y="0"/>
                  </a:moveTo>
                  <a:lnTo>
                    <a:pt x="237490" y="0"/>
                  </a:lnTo>
                </a:path>
              </a:pathLst>
            </a:custGeom>
            <a:solidFill>
              <a:srgbClr val="E4E3E2"/>
            </a:solidFill>
          </p:spPr>
        </p:sp>
        <p:sp>
          <p:nvSpPr>
            <p:cNvPr name="Freeform 11" id="11"/>
            <p:cNvSpPr/>
            <p:nvPr/>
          </p:nvSpPr>
          <p:spPr>
            <a:xfrm flipH="false" flipV="false" rot="0">
              <a:off x="0" y="0"/>
              <a:ext cx="6348730" cy="6350000"/>
            </a:xfrm>
            <a:custGeom>
              <a:avLst/>
              <a:gdLst/>
              <a:ahLst/>
              <a:cxnLst/>
              <a:rect r="r" b="b" t="t" l="l"/>
              <a:pathLst>
                <a:path h="6350000" w="6348730">
                  <a:moveTo>
                    <a:pt x="12700" y="6350000"/>
                  </a:moveTo>
                  <a:cubicBezTo>
                    <a:pt x="6350" y="6350000"/>
                    <a:pt x="0" y="6344920"/>
                    <a:pt x="0" y="6337300"/>
                  </a:cubicBezTo>
                  <a:lnTo>
                    <a:pt x="0" y="12700"/>
                  </a:lnTo>
                  <a:cubicBezTo>
                    <a:pt x="0" y="6350"/>
                    <a:pt x="6350" y="0"/>
                    <a:pt x="12700" y="0"/>
                  </a:cubicBezTo>
                  <a:lnTo>
                    <a:pt x="6337300" y="0"/>
                  </a:lnTo>
                  <a:cubicBezTo>
                    <a:pt x="6341110" y="0"/>
                    <a:pt x="6344920" y="1270"/>
                    <a:pt x="6346190" y="5080"/>
                  </a:cubicBezTo>
                  <a:cubicBezTo>
                    <a:pt x="6348730" y="7620"/>
                    <a:pt x="6348730" y="10160"/>
                    <a:pt x="6348730" y="13970"/>
                  </a:cubicBezTo>
                  <a:lnTo>
                    <a:pt x="6348730" y="524510"/>
                  </a:lnTo>
                  <a:lnTo>
                    <a:pt x="6348730" y="6337300"/>
                  </a:lnTo>
                  <a:cubicBezTo>
                    <a:pt x="6348730" y="6343650"/>
                    <a:pt x="6343650" y="6350000"/>
                    <a:pt x="6336030" y="6350000"/>
                  </a:cubicBezTo>
                  <a:lnTo>
                    <a:pt x="12700" y="6350000"/>
                  </a:lnTo>
                  <a:close/>
                  <a:moveTo>
                    <a:pt x="6323330" y="6323330"/>
                  </a:moveTo>
                  <a:lnTo>
                    <a:pt x="6323330" y="3892550"/>
                  </a:lnTo>
                  <a:lnTo>
                    <a:pt x="6112510" y="3892550"/>
                  </a:lnTo>
                  <a:lnTo>
                    <a:pt x="6112510" y="6323330"/>
                  </a:lnTo>
                  <a:lnTo>
                    <a:pt x="6323330" y="6323330"/>
                  </a:lnTo>
                  <a:close/>
                  <a:moveTo>
                    <a:pt x="6085840" y="6323330"/>
                  </a:moveTo>
                  <a:lnTo>
                    <a:pt x="6085840" y="537210"/>
                  </a:lnTo>
                  <a:lnTo>
                    <a:pt x="26670" y="537210"/>
                  </a:lnTo>
                  <a:lnTo>
                    <a:pt x="26670" y="6323330"/>
                  </a:lnTo>
                  <a:lnTo>
                    <a:pt x="6085840" y="6323330"/>
                  </a:lnTo>
                  <a:close/>
                  <a:moveTo>
                    <a:pt x="6323330" y="3865880"/>
                  </a:moveTo>
                  <a:lnTo>
                    <a:pt x="6323330" y="1656080"/>
                  </a:lnTo>
                  <a:lnTo>
                    <a:pt x="6112510" y="1656080"/>
                  </a:lnTo>
                  <a:lnTo>
                    <a:pt x="6112510" y="3865880"/>
                  </a:lnTo>
                  <a:lnTo>
                    <a:pt x="6323330" y="3865880"/>
                  </a:lnTo>
                  <a:close/>
                  <a:moveTo>
                    <a:pt x="6323330" y="1629410"/>
                  </a:moveTo>
                  <a:lnTo>
                    <a:pt x="6323330" y="537210"/>
                  </a:lnTo>
                  <a:lnTo>
                    <a:pt x="6112510" y="537210"/>
                  </a:lnTo>
                  <a:lnTo>
                    <a:pt x="6112510" y="1629410"/>
                  </a:lnTo>
                  <a:lnTo>
                    <a:pt x="6323330" y="1629410"/>
                  </a:lnTo>
                  <a:close/>
                  <a:moveTo>
                    <a:pt x="6324600" y="511810"/>
                  </a:moveTo>
                  <a:lnTo>
                    <a:pt x="6324600" y="26670"/>
                  </a:lnTo>
                  <a:lnTo>
                    <a:pt x="26670" y="26670"/>
                  </a:lnTo>
                  <a:lnTo>
                    <a:pt x="26670" y="511810"/>
                  </a:lnTo>
                  <a:lnTo>
                    <a:pt x="6324600" y="511810"/>
                  </a:lnTo>
                  <a:close/>
                  <a:moveTo>
                    <a:pt x="5888990" y="421640"/>
                  </a:moveTo>
                  <a:cubicBezTo>
                    <a:pt x="5882640" y="421640"/>
                    <a:pt x="5876290" y="416560"/>
                    <a:pt x="5876290" y="408940"/>
                  </a:cubicBezTo>
                  <a:lnTo>
                    <a:pt x="5876290" y="129540"/>
                  </a:lnTo>
                  <a:cubicBezTo>
                    <a:pt x="5876290" y="121920"/>
                    <a:pt x="5882640" y="116840"/>
                    <a:pt x="5888990" y="116840"/>
                  </a:cubicBezTo>
                  <a:lnTo>
                    <a:pt x="6168390" y="116840"/>
                  </a:lnTo>
                  <a:cubicBezTo>
                    <a:pt x="6174740" y="116840"/>
                    <a:pt x="6181090" y="121920"/>
                    <a:pt x="6181090" y="129540"/>
                  </a:cubicBezTo>
                  <a:lnTo>
                    <a:pt x="6181090" y="408940"/>
                  </a:lnTo>
                  <a:cubicBezTo>
                    <a:pt x="6181090" y="415290"/>
                    <a:pt x="6176010" y="421640"/>
                    <a:pt x="6168390" y="421640"/>
                  </a:cubicBezTo>
                  <a:lnTo>
                    <a:pt x="5888990" y="421640"/>
                  </a:lnTo>
                  <a:close/>
                  <a:moveTo>
                    <a:pt x="6155690" y="394970"/>
                  </a:moveTo>
                  <a:lnTo>
                    <a:pt x="6155690" y="142240"/>
                  </a:lnTo>
                  <a:lnTo>
                    <a:pt x="5902960" y="142240"/>
                  </a:lnTo>
                  <a:lnTo>
                    <a:pt x="5902960" y="394970"/>
                  </a:lnTo>
                  <a:cubicBezTo>
                    <a:pt x="5902960" y="394970"/>
                    <a:pt x="6155690" y="394970"/>
                    <a:pt x="6155690" y="394970"/>
                  </a:cubicBezTo>
                  <a:close/>
                  <a:moveTo>
                    <a:pt x="5476240" y="421640"/>
                  </a:moveTo>
                  <a:cubicBezTo>
                    <a:pt x="5469890" y="421640"/>
                    <a:pt x="5463540" y="416560"/>
                    <a:pt x="5463540" y="408940"/>
                  </a:cubicBezTo>
                  <a:lnTo>
                    <a:pt x="5463540" y="129540"/>
                  </a:lnTo>
                  <a:cubicBezTo>
                    <a:pt x="5463540" y="123190"/>
                    <a:pt x="5468620" y="116840"/>
                    <a:pt x="5476240" y="116840"/>
                  </a:cubicBezTo>
                  <a:lnTo>
                    <a:pt x="5755640" y="116840"/>
                  </a:lnTo>
                  <a:cubicBezTo>
                    <a:pt x="5760720" y="116840"/>
                    <a:pt x="5764530" y="118110"/>
                    <a:pt x="5765800" y="120650"/>
                  </a:cubicBezTo>
                  <a:cubicBezTo>
                    <a:pt x="5768340" y="123190"/>
                    <a:pt x="5768340" y="125730"/>
                    <a:pt x="5768340" y="129540"/>
                  </a:cubicBezTo>
                  <a:lnTo>
                    <a:pt x="5768340" y="407670"/>
                  </a:lnTo>
                  <a:cubicBezTo>
                    <a:pt x="5768340" y="414020"/>
                    <a:pt x="5763260" y="420370"/>
                    <a:pt x="5755640" y="420370"/>
                  </a:cubicBezTo>
                  <a:lnTo>
                    <a:pt x="5476240" y="420370"/>
                  </a:lnTo>
                  <a:lnTo>
                    <a:pt x="5476240" y="421640"/>
                  </a:lnTo>
                  <a:close/>
                  <a:moveTo>
                    <a:pt x="5741670" y="394970"/>
                  </a:moveTo>
                  <a:lnTo>
                    <a:pt x="5741670" y="142240"/>
                  </a:lnTo>
                  <a:lnTo>
                    <a:pt x="5488940" y="142240"/>
                  </a:lnTo>
                  <a:lnTo>
                    <a:pt x="5488940" y="394970"/>
                  </a:lnTo>
                  <a:cubicBezTo>
                    <a:pt x="5488940" y="394970"/>
                    <a:pt x="5741670" y="394970"/>
                    <a:pt x="5741670" y="394970"/>
                  </a:cubicBezTo>
                  <a:close/>
                  <a:moveTo>
                    <a:pt x="5062220" y="421640"/>
                  </a:moveTo>
                  <a:cubicBezTo>
                    <a:pt x="5055870" y="421640"/>
                    <a:pt x="5049520" y="416560"/>
                    <a:pt x="5049520" y="408940"/>
                  </a:cubicBezTo>
                  <a:lnTo>
                    <a:pt x="5049520" y="129540"/>
                  </a:lnTo>
                  <a:cubicBezTo>
                    <a:pt x="5049520" y="123190"/>
                    <a:pt x="5054600" y="116840"/>
                    <a:pt x="5062220" y="116840"/>
                  </a:cubicBezTo>
                  <a:lnTo>
                    <a:pt x="5341620" y="116840"/>
                  </a:lnTo>
                  <a:cubicBezTo>
                    <a:pt x="5346700" y="116840"/>
                    <a:pt x="5350510" y="118110"/>
                    <a:pt x="5351780" y="120650"/>
                  </a:cubicBezTo>
                  <a:cubicBezTo>
                    <a:pt x="5354320" y="123190"/>
                    <a:pt x="5354320" y="125730"/>
                    <a:pt x="5354320" y="129540"/>
                  </a:cubicBezTo>
                  <a:lnTo>
                    <a:pt x="5354320" y="407670"/>
                  </a:lnTo>
                  <a:cubicBezTo>
                    <a:pt x="5354320" y="414020"/>
                    <a:pt x="5349240" y="420370"/>
                    <a:pt x="5341620" y="420370"/>
                  </a:cubicBezTo>
                  <a:lnTo>
                    <a:pt x="5062220" y="420370"/>
                  </a:lnTo>
                  <a:lnTo>
                    <a:pt x="5062220" y="421640"/>
                  </a:lnTo>
                  <a:close/>
                  <a:moveTo>
                    <a:pt x="5328920" y="394970"/>
                  </a:moveTo>
                  <a:lnTo>
                    <a:pt x="5328920" y="142240"/>
                  </a:lnTo>
                  <a:lnTo>
                    <a:pt x="5076190" y="142240"/>
                  </a:lnTo>
                  <a:lnTo>
                    <a:pt x="5076190" y="394970"/>
                  </a:lnTo>
                  <a:cubicBezTo>
                    <a:pt x="5076190" y="394970"/>
                    <a:pt x="5328920" y="394970"/>
                    <a:pt x="5328920" y="394970"/>
                  </a:cubicBezTo>
                  <a:close/>
                  <a:moveTo>
                    <a:pt x="6098540" y="351790"/>
                  </a:moveTo>
                  <a:cubicBezTo>
                    <a:pt x="6096000" y="351790"/>
                    <a:pt x="6092190" y="350520"/>
                    <a:pt x="6089650" y="349250"/>
                  </a:cubicBezTo>
                  <a:lnTo>
                    <a:pt x="6028690" y="288290"/>
                  </a:lnTo>
                  <a:lnTo>
                    <a:pt x="5967730" y="349250"/>
                  </a:lnTo>
                  <a:cubicBezTo>
                    <a:pt x="5963920" y="353060"/>
                    <a:pt x="5961380" y="353060"/>
                    <a:pt x="5958840" y="353060"/>
                  </a:cubicBezTo>
                  <a:cubicBezTo>
                    <a:pt x="5956300" y="353060"/>
                    <a:pt x="5952490" y="351790"/>
                    <a:pt x="5949950" y="350520"/>
                  </a:cubicBezTo>
                  <a:cubicBezTo>
                    <a:pt x="5944870" y="345440"/>
                    <a:pt x="5944870" y="336550"/>
                    <a:pt x="5948680" y="331470"/>
                  </a:cubicBezTo>
                  <a:lnTo>
                    <a:pt x="6009640" y="270510"/>
                  </a:lnTo>
                  <a:lnTo>
                    <a:pt x="5948680" y="209550"/>
                  </a:lnTo>
                  <a:cubicBezTo>
                    <a:pt x="5943600" y="204470"/>
                    <a:pt x="5943600" y="195580"/>
                    <a:pt x="5948680" y="190500"/>
                  </a:cubicBezTo>
                  <a:cubicBezTo>
                    <a:pt x="5951220" y="187960"/>
                    <a:pt x="5953760" y="186690"/>
                    <a:pt x="5957570" y="186690"/>
                  </a:cubicBezTo>
                  <a:cubicBezTo>
                    <a:pt x="5961380" y="186690"/>
                    <a:pt x="5965190" y="187960"/>
                    <a:pt x="5966460" y="190500"/>
                  </a:cubicBezTo>
                  <a:lnTo>
                    <a:pt x="6027420" y="251460"/>
                  </a:lnTo>
                  <a:lnTo>
                    <a:pt x="6088380" y="190500"/>
                  </a:lnTo>
                  <a:cubicBezTo>
                    <a:pt x="6090920" y="187960"/>
                    <a:pt x="6093460" y="186690"/>
                    <a:pt x="6097270" y="186690"/>
                  </a:cubicBezTo>
                  <a:cubicBezTo>
                    <a:pt x="6101080" y="186690"/>
                    <a:pt x="6104890" y="187960"/>
                    <a:pt x="6106160" y="190500"/>
                  </a:cubicBezTo>
                  <a:cubicBezTo>
                    <a:pt x="6108700" y="193040"/>
                    <a:pt x="6109970" y="196850"/>
                    <a:pt x="6109970" y="201930"/>
                  </a:cubicBezTo>
                  <a:cubicBezTo>
                    <a:pt x="6109970" y="205740"/>
                    <a:pt x="6108700" y="208280"/>
                    <a:pt x="6106160" y="209550"/>
                  </a:cubicBezTo>
                  <a:lnTo>
                    <a:pt x="6046470" y="269240"/>
                  </a:lnTo>
                  <a:lnTo>
                    <a:pt x="6107430" y="330200"/>
                  </a:lnTo>
                  <a:cubicBezTo>
                    <a:pt x="6112510" y="335280"/>
                    <a:pt x="6112510" y="344170"/>
                    <a:pt x="6107430" y="349250"/>
                  </a:cubicBezTo>
                  <a:cubicBezTo>
                    <a:pt x="6104890" y="351790"/>
                    <a:pt x="6101080" y="351790"/>
                    <a:pt x="6098540" y="351790"/>
                  </a:cubicBezTo>
                  <a:close/>
                  <a:moveTo>
                    <a:pt x="5538470" y="351790"/>
                  </a:moveTo>
                  <a:cubicBezTo>
                    <a:pt x="5532120" y="351790"/>
                    <a:pt x="5525770" y="345440"/>
                    <a:pt x="5525770" y="339090"/>
                  </a:cubicBezTo>
                  <a:lnTo>
                    <a:pt x="5525770" y="199390"/>
                  </a:lnTo>
                  <a:cubicBezTo>
                    <a:pt x="5525770" y="193040"/>
                    <a:pt x="5530850" y="186690"/>
                    <a:pt x="5538470" y="186690"/>
                  </a:cubicBezTo>
                  <a:lnTo>
                    <a:pt x="5692140" y="186690"/>
                  </a:lnTo>
                  <a:cubicBezTo>
                    <a:pt x="5698490" y="186690"/>
                    <a:pt x="5704840" y="191770"/>
                    <a:pt x="5704840" y="199390"/>
                  </a:cubicBezTo>
                  <a:lnTo>
                    <a:pt x="5704840" y="339090"/>
                  </a:lnTo>
                  <a:cubicBezTo>
                    <a:pt x="5704840" y="345440"/>
                    <a:pt x="5699760" y="351790"/>
                    <a:pt x="5692140" y="351790"/>
                  </a:cubicBezTo>
                  <a:lnTo>
                    <a:pt x="5538470" y="351790"/>
                  </a:lnTo>
                  <a:close/>
                  <a:moveTo>
                    <a:pt x="5679440" y="325120"/>
                  </a:moveTo>
                  <a:lnTo>
                    <a:pt x="5679440" y="245110"/>
                  </a:lnTo>
                  <a:lnTo>
                    <a:pt x="5551170" y="245110"/>
                  </a:lnTo>
                  <a:lnTo>
                    <a:pt x="5551170" y="325120"/>
                  </a:lnTo>
                  <a:cubicBezTo>
                    <a:pt x="5551170" y="325120"/>
                    <a:pt x="5679440" y="325120"/>
                    <a:pt x="5679440" y="325120"/>
                  </a:cubicBezTo>
                  <a:close/>
                  <a:moveTo>
                    <a:pt x="5116830" y="351790"/>
                  </a:moveTo>
                  <a:cubicBezTo>
                    <a:pt x="5109210" y="351790"/>
                    <a:pt x="5104130" y="345440"/>
                    <a:pt x="5104130" y="339090"/>
                  </a:cubicBezTo>
                  <a:cubicBezTo>
                    <a:pt x="5104130" y="331470"/>
                    <a:pt x="5110480" y="326390"/>
                    <a:pt x="5116830" y="326390"/>
                  </a:cubicBezTo>
                  <a:lnTo>
                    <a:pt x="5288280" y="326390"/>
                  </a:lnTo>
                  <a:cubicBezTo>
                    <a:pt x="5295900" y="326390"/>
                    <a:pt x="5300980" y="332740"/>
                    <a:pt x="5300980" y="339090"/>
                  </a:cubicBezTo>
                  <a:cubicBezTo>
                    <a:pt x="5300980" y="346710"/>
                    <a:pt x="5294630" y="351790"/>
                    <a:pt x="5288280" y="351790"/>
                  </a:cubicBezTo>
                  <a:lnTo>
                    <a:pt x="5116830" y="351790"/>
                  </a:lnTo>
                  <a:close/>
                </a:path>
              </a:pathLst>
            </a:custGeom>
            <a:solidFill>
              <a:srgbClr val="1A3FB4"/>
            </a:solidFill>
          </p:spPr>
        </p:sp>
      </p:grpSp>
      <p:grpSp>
        <p:nvGrpSpPr>
          <p:cNvPr name="Group 12" id="12"/>
          <p:cNvGrpSpPr>
            <a:grpSpLocks noChangeAspect="true"/>
          </p:cNvGrpSpPr>
          <p:nvPr/>
        </p:nvGrpSpPr>
        <p:grpSpPr>
          <a:xfrm rot="0">
            <a:off x="9743139" y="2774883"/>
            <a:ext cx="6736637" cy="6737985"/>
            <a:chOff x="0" y="0"/>
            <a:chExt cx="6348730" cy="6350000"/>
          </a:xfrm>
        </p:grpSpPr>
        <p:sp>
          <p:nvSpPr>
            <p:cNvPr name="Freeform 13" id="13"/>
            <p:cNvSpPr/>
            <p:nvPr/>
          </p:nvSpPr>
          <p:spPr>
            <a:xfrm flipH="false" flipV="false" rot="0">
              <a:off x="12700" y="524510"/>
              <a:ext cx="6324600" cy="5812790"/>
            </a:xfrm>
            <a:custGeom>
              <a:avLst/>
              <a:gdLst/>
              <a:ahLst/>
              <a:cxnLst/>
              <a:rect r="r" b="b" t="t" l="l"/>
              <a:pathLst>
                <a:path h="5812790" w="6324600">
                  <a:moveTo>
                    <a:pt x="6323330" y="591820"/>
                  </a:moveTo>
                  <a:lnTo>
                    <a:pt x="6324600" y="5812790"/>
                  </a:lnTo>
                  <a:lnTo>
                    <a:pt x="6324600" y="5812790"/>
                  </a:lnTo>
                  <a:lnTo>
                    <a:pt x="0" y="5812790"/>
                  </a:lnTo>
                  <a:lnTo>
                    <a:pt x="0" y="0"/>
                  </a:lnTo>
                  <a:lnTo>
                    <a:pt x="6323330" y="0"/>
                  </a:lnTo>
                  <a:moveTo>
                    <a:pt x="6323330" y="0"/>
                  </a:moveTo>
                  <a:lnTo>
                    <a:pt x="6323330" y="591820"/>
                  </a:lnTo>
                </a:path>
              </a:pathLst>
            </a:custGeom>
            <a:blipFill>
              <a:blip r:embed="rId7"/>
              <a:stretch>
                <a:fillRect l="0" t="-31654" r="0" b="-31654"/>
              </a:stretch>
            </a:blipFill>
          </p:spPr>
        </p:sp>
        <p:sp>
          <p:nvSpPr>
            <p:cNvPr name="Freeform 14" id="14"/>
            <p:cNvSpPr/>
            <p:nvPr/>
          </p:nvSpPr>
          <p:spPr>
            <a:xfrm flipH="false" flipV="false" rot="0">
              <a:off x="12700" y="12700"/>
              <a:ext cx="6324600" cy="511810"/>
            </a:xfrm>
            <a:custGeom>
              <a:avLst/>
              <a:gdLst/>
              <a:ahLst/>
              <a:cxnLst/>
              <a:rect r="r" b="b" t="t" l="l"/>
              <a:pathLst>
                <a:path h="511810" w="6324600">
                  <a:moveTo>
                    <a:pt x="6323330" y="0"/>
                  </a:moveTo>
                  <a:lnTo>
                    <a:pt x="6323330" y="232410"/>
                  </a:lnTo>
                  <a:moveTo>
                    <a:pt x="6323330" y="232410"/>
                  </a:moveTo>
                  <a:lnTo>
                    <a:pt x="6324600" y="511810"/>
                  </a:lnTo>
                  <a:lnTo>
                    <a:pt x="6324600" y="511810"/>
                  </a:lnTo>
                  <a:lnTo>
                    <a:pt x="0" y="511810"/>
                  </a:lnTo>
                  <a:lnTo>
                    <a:pt x="0" y="0"/>
                  </a:lnTo>
                  <a:lnTo>
                    <a:pt x="6323330" y="0"/>
                  </a:lnTo>
                </a:path>
              </a:pathLst>
            </a:custGeom>
            <a:solidFill>
              <a:srgbClr val="E4E3E2"/>
            </a:solidFill>
          </p:spPr>
        </p:sp>
        <p:sp>
          <p:nvSpPr>
            <p:cNvPr name="Freeform 15" id="15"/>
            <p:cNvSpPr/>
            <p:nvPr/>
          </p:nvSpPr>
          <p:spPr>
            <a:xfrm flipH="false" flipV="false" rot="0">
              <a:off x="5062220" y="129540"/>
              <a:ext cx="1275080" cy="6207760"/>
            </a:xfrm>
            <a:custGeom>
              <a:avLst/>
              <a:gdLst/>
              <a:ahLst/>
              <a:cxnLst/>
              <a:rect r="r" b="b" t="t" l="l"/>
              <a:pathLst>
                <a:path h="6207760" w="1275080">
                  <a:moveTo>
                    <a:pt x="1275080" y="6207760"/>
                  </a:moveTo>
                  <a:lnTo>
                    <a:pt x="1037590" y="6207760"/>
                  </a:lnTo>
                  <a:lnTo>
                    <a:pt x="1037590" y="394970"/>
                  </a:lnTo>
                  <a:lnTo>
                    <a:pt x="1275080" y="394970"/>
                  </a:lnTo>
                  <a:lnTo>
                    <a:pt x="1275080" y="6207760"/>
                  </a:lnTo>
                  <a:close/>
                  <a:moveTo>
                    <a:pt x="279400" y="0"/>
                  </a:moveTo>
                  <a:lnTo>
                    <a:pt x="0" y="0"/>
                  </a:lnTo>
                  <a:lnTo>
                    <a:pt x="0" y="279400"/>
                  </a:lnTo>
                  <a:lnTo>
                    <a:pt x="279400" y="279400"/>
                  </a:lnTo>
                  <a:lnTo>
                    <a:pt x="279400" y="0"/>
                  </a:lnTo>
                  <a:close/>
                  <a:moveTo>
                    <a:pt x="1106170" y="0"/>
                  </a:moveTo>
                  <a:lnTo>
                    <a:pt x="826770" y="0"/>
                  </a:lnTo>
                  <a:lnTo>
                    <a:pt x="826770" y="279400"/>
                  </a:lnTo>
                  <a:lnTo>
                    <a:pt x="1106170" y="279400"/>
                  </a:lnTo>
                  <a:lnTo>
                    <a:pt x="1106170" y="0"/>
                  </a:lnTo>
                  <a:close/>
                  <a:moveTo>
                    <a:pt x="692150" y="0"/>
                  </a:moveTo>
                  <a:lnTo>
                    <a:pt x="412750" y="0"/>
                  </a:lnTo>
                  <a:lnTo>
                    <a:pt x="412750" y="279400"/>
                  </a:lnTo>
                  <a:lnTo>
                    <a:pt x="692150" y="279400"/>
                  </a:lnTo>
                  <a:lnTo>
                    <a:pt x="692150" y="0"/>
                  </a:lnTo>
                  <a:close/>
                </a:path>
              </a:pathLst>
            </a:custGeom>
            <a:solidFill>
              <a:srgbClr val="FFFFFF"/>
            </a:solidFill>
          </p:spPr>
        </p:sp>
        <p:sp>
          <p:nvSpPr>
            <p:cNvPr name="Freeform 16" id="16"/>
            <p:cNvSpPr/>
            <p:nvPr/>
          </p:nvSpPr>
          <p:spPr>
            <a:xfrm flipH="false" flipV="false" rot="0">
              <a:off x="6099810" y="1642110"/>
              <a:ext cx="237490" cy="2237740"/>
            </a:xfrm>
            <a:custGeom>
              <a:avLst/>
              <a:gdLst/>
              <a:ahLst/>
              <a:cxnLst/>
              <a:rect r="r" b="b" t="t" l="l"/>
              <a:pathLst>
                <a:path h="2237740" w="237490">
                  <a:moveTo>
                    <a:pt x="237490" y="0"/>
                  </a:moveTo>
                  <a:lnTo>
                    <a:pt x="237490" y="2237740"/>
                  </a:lnTo>
                  <a:lnTo>
                    <a:pt x="0" y="2237740"/>
                  </a:lnTo>
                  <a:lnTo>
                    <a:pt x="0" y="0"/>
                  </a:lnTo>
                  <a:moveTo>
                    <a:pt x="0" y="0"/>
                  </a:moveTo>
                  <a:lnTo>
                    <a:pt x="237490" y="0"/>
                  </a:lnTo>
                </a:path>
              </a:pathLst>
            </a:custGeom>
            <a:solidFill>
              <a:srgbClr val="E4E3E2"/>
            </a:solidFill>
          </p:spPr>
        </p:sp>
        <p:sp>
          <p:nvSpPr>
            <p:cNvPr name="Freeform 17" id="17"/>
            <p:cNvSpPr/>
            <p:nvPr/>
          </p:nvSpPr>
          <p:spPr>
            <a:xfrm flipH="false" flipV="false" rot="0">
              <a:off x="0" y="0"/>
              <a:ext cx="6348730" cy="6350000"/>
            </a:xfrm>
            <a:custGeom>
              <a:avLst/>
              <a:gdLst/>
              <a:ahLst/>
              <a:cxnLst/>
              <a:rect r="r" b="b" t="t" l="l"/>
              <a:pathLst>
                <a:path h="6350000" w="6348730">
                  <a:moveTo>
                    <a:pt x="12700" y="6350000"/>
                  </a:moveTo>
                  <a:cubicBezTo>
                    <a:pt x="6350" y="6350000"/>
                    <a:pt x="0" y="6344920"/>
                    <a:pt x="0" y="6337300"/>
                  </a:cubicBezTo>
                  <a:lnTo>
                    <a:pt x="0" y="12700"/>
                  </a:lnTo>
                  <a:cubicBezTo>
                    <a:pt x="0" y="6350"/>
                    <a:pt x="6350" y="0"/>
                    <a:pt x="12700" y="0"/>
                  </a:cubicBezTo>
                  <a:lnTo>
                    <a:pt x="6337300" y="0"/>
                  </a:lnTo>
                  <a:cubicBezTo>
                    <a:pt x="6341110" y="0"/>
                    <a:pt x="6344920" y="1270"/>
                    <a:pt x="6346190" y="5080"/>
                  </a:cubicBezTo>
                  <a:cubicBezTo>
                    <a:pt x="6348730" y="7620"/>
                    <a:pt x="6348730" y="10160"/>
                    <a:pt x="6348730" y="13970"/>
                  </a:cubicBezTo>
                  <a:lnTo>
                    <a:pt x="6348730" y="524510"/>
                  </a:lnTo>
                  <a:lnTo>
                    <a:pt x="6348730" y="6337300"/>
                  </a:lnTo>
                  <a:cubicBezTo>
                    <a:pt x="6348730" y="6343650"/>
                    <a:pt x="6343650" y="6350000"/>
                    <a:pt x="6336030" y="6350000"/>
                  </a:cubicBezTo>
                  <a:lnTo>
                    <a:pt x="12700" y="6350000"/>
                  </a:lnTo>
                  <a:close/>
                  <a:moveTo>
                    <a:pt x="6323330" y="6323330"/>
                  </a:moveTo>
                  <a:lnTo>
                    <a:pt x="6323330" y="3892550"/>
                  </a:lnTo>
                  <a:lnTo>
                    <a:pt x="6112510" y="3892550"/>
                  </a:lnTo>
                  <a:lnTo>
                    <a:pt x="6112510" y="6323330"/>
                  </a:lnTo>
                  <a:lnTo>
                    <a:pt x="6323330" y="6323330"/>
                  </a:lnTo>
                  <a:close/>
                  <a:moveTo>
                    <a:pt x="6085840" y="6323330"/>
                  </a:moveTo>
                  <a:lnTo>
                    <a:pt x="6085840" y="537210"/>
                  </a:lnTo>
                  <a:lnTo>
                    <a:pt x="26670" y="537210"/>
                  </a:lnTo>
                  <a:lnTo>
                    <a:pt x="26670" y="6323330"/>
                  </a:lnTo>
                  <a:lnTo>
                    <a:pt x="6085840" y="6323330"/>
                  </a:lnTo>
                  <a:close/>
                  <a:moveTo>
                    <a:pt x="6323330" y="3865880"/>
                  </a:moveTo>
                  <a:lnTo>
                    <a:pt x="6323330" y="1656080"/>
                  </a:lnTo>
                  <a:lnTo>
                    <a:pt x="6112510" y="1656080"/>
                  </a:lnTo>
                  <a:lnTo>
                    <a:pt x="6112510" y="3865880"/>
                  </a:lnTo>
                  <a:lnTo>
                    <a:pt x="6323330" y="3865880"/>
                  </a:lnTo>
                  <a:close/>
                  <a:moveTo>
                    <a:pt x="6323330" y="1629410"/>
                  </a:moveTo>
                  <a:lnTo>
                    <a:pt x="6323330" y="537210"/>
                  </a:lnTo>
                  <a:lnTo>
                    <a:pt x="6112510" y="537210"/>
                  </a:lnTo>
                  <a:lnTo>
                    <a:pt x="6112510" y="1629410"/>
                  </a:lnTo>
                  <a:lnTo>
                    <a:pt x="6323330" y="1629410"/>
                  </a:lnTo>
                  <a:close/>
                  <a:moveTo>
                    <a:pt x="6324600" y="511810"/>
                  </a:moveTo>
                  <a:lnTo>
                    <a:pt x="6324600" y="26670"/>
                  </a:lnTo>
                  <a:lnTo>
                    <a:pt x="26670" y="26670"/>
                  </a:lnTo>
                  <a:lnTo>
                    <a:pt x="26670" y="511810"/>
                  </a:lnTo>
                  <a:lnTo>
                    <a:pt x="6324600" y="511810"/>
                  </a:lnTo>
                  <a:close/>
                  <a:moveTo>
                    <a:pt x="5888990" y="421640"/>
                  </a:moveTo>
                  <a:cubicBezTo>
                    <a:pt x="5882640" y="421640"/>
                    <a:pt x="5876290" y="416560"/>
                    <a:pt x="5876290" y="408940"/>
                  </a:cubicBezTo>
                  <a:lnTo>
                    <a:pt x="5876290" y="129540"/>
                  </a:lnTo>
                  <a:cubicBezTo>
                    <a:pt x="5876290" y="121920"/>
                    <a:pt x="5882640" y="116840"/>
                    <a:pt x="5888990" y="116840"/>
                  </a:cubicBezTo>
                  <a:lnTo>
                    <a:pt x="6168390" y="116840"/>
                  </a:lnTo>
                  <a:cubicBezTo>
                    <a:pt x="6174740" y="116840"/>
                    <a:pt x="6181090" y="121920"/>
                    <a:pt x="6181090" y="129540"/>
                  </a:cubicBezTo>
                  <a:lnTo>
                    <a:pt x="6181090" y="408940"/>
                  </a:lnTo>
                  <a:cubicBezTo>
                    <a:pt x="6181090" y="415290"/>
                    <a:pt x="6176010" y="421640"/>
                    <a:pt x="6168390" y="421640"/>
                  </a:cubicBezTo>
                  <a:lnTo>
                    <a:pt x="5888990" y="421640"/>
                  </a:lnTo>
                  <a:close/>
                  <a:moveTo>
                    <a:pt x="6155690" y="394970"/>
                  </a:moveTo>
                  <a:lnTo>
                    <a:pt x="6155690" y="142240"/>
                  </a:lnTo>
                  <a:lnTo>
                    <a:pt x="5902960" y="142240"/>
                  </a:lnTo>
                  <a:lnTo>
                    <a:pt x="5902960" y="394970"/>
                  </a:lnTo>
                  <a:cubicBezTo>
                    <a:pt x="5902960" y="394970"/>
                    <a:pt x="6155690" y="394970"/>
                    <a:pt x="6155690" y="394970"/>
                  </a:cubicBezTo>
                  <a:close/>
                  <a:moveTo>
                    <a:pt x="5476240" y="421640"/>
                  </a:moveTo>
                  <a:cubicBezTo>
                    <a:pt x="5469890" y="421640"/>
                    <a:pt x="5463540" y="416560"/>
                    <a:pt x="5463540" y="408940"/>
                  </a:cubicBezTo>
                  <a:lnTo>
                    <a:pt x="5463540" y="129540"/>
                  </a:lnTo>
                  <a:cubicBezTo>
                    <a:pt x="5463540" y="123190"/>
                    <a:pt x="5468620" y="116840"/>
                    <a:pt x="5476240" y="116840"/>
                  </a:cubicBezTo>
                  <a:lnTo>
                    <a:pt x="5755640" y="116840"/>
                  </a:lnTo>
                  <a:cubicBezTo>
                    <a:pt x="5760720" y="116840"/>
                    <a:pt x="5764530" y="118110"/>
                    <a:pt x="5765800" y="120650"/>
                  </a:cubicBezTo>
                  <a:cubicBezTo>
                    <a:pt x="5768340" y="123190"/>
                    <a:pt x="5768340" y="125730"/>
                    <a:pt x="5768340" y="129540"/>
                  </a:cubicBezTo>
                  <a:lnTo>
                    <a:pt x="5768340" y="407670"/>
                  </a:lnTo>
                  <a:cubicBezTo>
                    <a:pt x="5768340" y="414020"/>
                    <a:pt x="5763260" y="420370"/>
                    <a:pt x="5755640" y="420370"/>
                  </a:cubicBezTo>
                  <a:lnTo>
                    <a:pt x="5476240" y="420370"/>
                  </a:lnTo>
                  <a:lnTo>
                    <a:pt x="5476240" y="421640"/>
                  </a:lnTo>
                  <a:close/>
                  <a:moveTo>
                    <a:pt x="5741670" y="394970"/>
                  </a:moveTo>
                  <a:lnTo>
                    <a:pt x="5741670" y="142240"/>
                  </a:lnTo>
                  <a:lnTo>
                    <a:pt x="5488940" y="142240"/>
                  </a:lnTo>
                  <a:lnTo>
                    <a:pt x="5488940" y="394970"/>
                  </a:lnTo>
                  <a:cubicBezTo>
                    <a:pt x="5488940" y="394970"/>
                    <a:pt x="5741670" y="394970"/>
                    <a:pt x="5741670" y="394970"/>
                  </a:cubicBezTo>
                  <a:close/>
                  <a:moveTo>
                    <a:pt x="5062220" y="421640"/>
                  </a:moveTo>
                  <a:cubicBezTo>
                    <a:pt x="5055870" y="421640"/>
                    <a:pt x="5049520" y="416560"/>
                    <a:pt x="5049520" y="408940"/>
                  </a:cubicBezTo>
                  <a:lnTo>
                    <a:pt x="5049520" y="129540"/>
                  </a:lnTo>
                  <a:cubicBezTo>
                    <a:pt x="5049520" y="123190"/>
                    <a:pt x="5054600" y="116840"/>
                    <a:pt x="5062220" y="116840"/>
                  </a:cubicBezTo>
                  <a:lnTo>
                    <a:pt x="5341620" y="116840"/>
                  </a:lnTo>
                  <a:cubicBezTo>
                    <a:pt x="5346700" y="116840"/>
                    <a:pt x="5350510" y="118110"/>
                    <a:pt x="5351780" y="120650"/>
                  </a:cubicBezTo>
                  <a:cubicBezTo>
                    <a:pt x="5354320" y="123190"/>
                    <a:pt x="5354320" y="125730"/>
                    <a:pt x="5354320" y="129540"/>
                  </a:cubicBezTo>
                  <a:lnTo>
                    <a:pt x="5354320" y="407670"/>
                  </a:lnTo>
                  <a:cubicBezTo>
                    <a:pt x="5354320" y="414020"/>
                    <a:pt x="5349240" y="420370"/>
                    <a:pt x="5341620" y="420370"/>
                  </a:cubicBezTo>
                  <a:lnTo>
                    <a:pt x="5062220" y="420370"/>
                  </a:lnTo>
                  <a:lnTo>
                    <a:pt x="5062220" y="421640"/>
                  </a:lnTo>
                  <a:close/>
                  <a:moveTo>
                    <a:pt x="5328920" y="394970"/>
                  </a:moveTo>
                  <a:lnTo>
                    <a:pt x="5328920" y="142240"/>
                  </a:lnTo>
                  <a:lnTo>
                    <a:pt x="5076190" y="142240"/>
                  </a:lnTo>
                  <a:lnTo>
                    <a:pt x="5076190" y="394970"/>
                  </a:lnTo>
                  <a:cubicBezTo>
                    <a:pt x="5076190" y="394970"/>
                    <a:pt x="5328920" y="394970"/>
                    <a:pt x="5328920" y="394970"/>
                  </a:cubicBezTo>
                  <a:close/>
                  <a:moveTo>
                    <a:pt x="6098540" y="351790"/>
                  </a:moveTo>
                  <a:cubicBezTo>
                    <a:pt x="6096000" y="351790"/>
                    <a:pt x="6092190" y="350520"/>
                    <a:pt x="6089650" y="349250"/>
                  </a:cubicBezTo>
                  <a:lnTo>
                    <a:pt x="6028690" y="288290"/>
                  </a:lnTo>
                  <a:lnTo>
                    <a:pt x="5967730" y="349250"/>
                  </a:lnTo>
                  <a:cubicBezTo>
                    <a:pt x="5963920" y="353060"/>
                    <a:pt x="5961380" y="353060"/>
                    <a:pt x="5958840" y="353060"/>
                  </a:cubicBezTo>
                  <a:cubicBezTo>
                    <a:pt x="5956300" y="353060"/>
                    <a:pt x="5952490" y="351790"/>
                    <a:pt x="5949950" y="350520"/>
                  </a:cubicBezTo>
                  <a:cubicBezTo>
                    <a:pt x="5944870" y="345440"/>
                    <a:pt x="5944870" y="336550"/>
                    <a:pt x="5948680" y="331470"/>
                  </a:cubicBezTo>
                  <a:lnTo>
                    <a:pt x="6009640" y="270510"/>
                  </a:lnTo>
                  <a:lnTo>
                    <a:pt x="5948680" y="209550"/>
                  </a:lnTo>
                  <a:cubicBezTo>
                    <a:pt x="5943600" y="204470"/>
                    <a:pt x="5943600" y="195580"/>
                    <a:pt x="5948680" y="190500"/>
                  </a:cubicBezTo>
                  <a:cubicBezTo>
                    <a:pt x="5951220" y="187960"/>
                    <a:pt x="5953760" y="186690"/>
                    <a:pt x="5957570" y="186690"/>
                  </a:cubicBezTo>
                  <a:cubicBezTo>
                    <a:pt x="5961380" y="186690"/>
                    <a:pt x="5965190" y="187960"/>
                    <a:pt x="5966460" y="190500"/>
                  </a:cubicBezTo>
                  <a:lnTo>
                    <a:pt x="6027420" y="251460"/>
                  </a:lnTo>
                  <a:lnTo>
                    <a:pt x="6088380" y="190500"/>
                  </a:lnTo>
                  <a:cubicBezTo>
                    <a:pt x="6090920" y="187960"/>
                    <a:pt x="6093460" y="186690"/>
                    <a:pt x="6097270" y="186690"/>
                  </a:cubicBezTo>
                  <a:cubicBezTo>
                    <a:pt x="6101080" y="186690"/>
                    <a:pt x="6104890" y="187960"/>
                    <a:pt x="6106160" y="190500"/>
                  </a:cubicBezTo>
                  <a:cubicBezTo>
                    <a:pt x="6108700" y="193040"/>
                    <a:pt x="6109970" y="196850"/>
                    <a:pt x="6109970" y="201930"/>
                  </a:cubicBezTo>
                  <a:cubicBezTo>
                    <a:pt x="6109970" y="205740"/>
                    <a:pt x="6108700" y="208280"/>
                    <a:pt x="6106160" y="209550"/>
                  </a:cubicBezTo>
                  <a:lnTo>
                    <a:pt x="6046470" y="269240"/>
                  </a:lnTo>
                  <a:lnTo>
                    <a:pt x="6107430" y="330200"/>
                  </a:lnTo>
                  <a:cubicBezTo>
                    <a:pt x="6112510" y="335280"/>
                    <a:pt x="6112510" y="344170"/>
                    <a:pt x="6107430" y="349250"/>
                  </a:cubicBezTo>
                  <a:cubicBezTo>
                    <a:pt x="6104890" y="351790"/>
                    <a:pt x="6101080" y="351790"/>
                    <a:pt x="6098540" y="351790"/>
                  </a:cubicBezTo>
                  <a:close/>
                  <a:moveTo>
                    <a:pt x="5538470" y="351790"/>
                  </a:moveTo>
                  <a:cubicBezTo>
                    <a:pt x="5532120" y="351790"/>
                    <a:pt x="5525770" y="345440"/>
                    <a:pt x="5525770" y="339090"/>
                  </a:cubicBezTo>
                  <a:lnTo>
                    <a:pt x="5525770" y="199390"/>
                  </a:lnTo>
                  <a:cubicBezTo>
                    <a:pt x="5525770" y="193040"/>
                    <a:pt x="5530850" y="186690"/>
                    <a:pt x="5538470" y="186690"/>
                  </a:cubicBezTo>
                  <a:lnTo>
                    <a:pt x="5692140" y="186690"/>
                  </a:lnTo>
                  <a:cubicBezTo>
                    <a:pt x="5698490" y="186690"/>
                    <a:pt x="5704840" y="191770"/>
                    <a:pt x="5704840" y="199390"/>
                  </a:cubicBezTo>
                  <a:lnTo>
                    <a:pt x="5704840" y="339090"/>
                  </a:lnTo>
                  <a:cubicBezTo>
                    <a:pt x="5704840" y="345440"/>
                    <a:pt x="5699760" y="351790"/>
                    <a:pt x="5692140" y="351790"/>
                  </a:cubicBezTo>
                  <a:lnTo>
                    <a:pt x="5538470" y="351790"/>
                  </a:lnTo>
                  <a:close/>
                  <a:moveTo>
                    <a:pt x="5679440" y="325120"/>
                  </a:moveTo>
                  <a:lnTo>
                    <a:pt x="5679440" y="245110"/>
                  </a:lnTo>
                  <a:lnTo>
                    <a:pt x="5551170" y="245110"/>
                  </a:lnTo>
                  <a:lnTo>
                    <a:pt x="5551170" y="325120"/>
                  </a:lnTo>
                  <a:cubicBezTo>
                    <a:pt x="5551170" y="325120"/>
                    <a:pt x="5679440" y="325120"/>
                    <a:pt x="5679440" y="325120"/>
                  </a:cubicBezTo>
                  <a:close/>
                  <a:moveTo>
                    <a:pt x="5116830" y="351790"/>
                  </a:moveTo>
                  <a:cubicBezTo>
                    <a:pt x="5109210" y="351790"/>
                    <a:pt x="5104130" y="345440"/>
                    <a:pt x="5104130" y="339090"/>
                  </a:cubicBezTo>
                  <a:cubicBezTo>
                    <a:pt x="5104130" y="331470"/>
                    <a:pt x="5110480" y="326390"/>
                    <a:pt x="5116830" y="326390"/>
                  </a:cubicBezTo>
                  <a:lnTo>
                    <a:pt x="5288280" y="326390"/>
                  </a:lnTo>
                  <a:cubicBezTo>
                    <a:pt x="5295900" y="326390"/>
                    <a:pt x="5300980" y="332740"/>
                    <a:pt x="5300980" y="339090"/>
                  </a:cubicBezTo>
                  <a:cubicBezTo>
                    <a:pt x="5300980" y="346710"/>
                    <a:pt x="5294630" y="351790"/>
                    <a:pt x="5288280" y="351790"/>
                  </a:cubicBezTo>
                  <a:lnTo>
                    <a:pt x="5116830" y="351790"/>
                  </a:lnTo>
                  <a:close/>
                </a:path>
              </a:pathLst>
            </a:custGeom>
            <a:solidFill>
              <a:srgbClr val="1A3FB4"/>
            </a:solidFill>
          </p:spPr>
        </p:sp>
      </p:grpSp>
      <p:sp>
        <p:nvSpPr>
          <p:cNvPr name="TextBox 18" id="18"/>
          <p:cNvSpPr txBox="true"/>
          <p:nvPr/>
        </p:nvSpPr>
        <p:spPr>
          <a:xfrm rot="0">
            <a:off x="3792207" y="695036"/>
            <a:ext cx="10703586" cy="1127109"/>
          </a:xfrm>
          <a:prstGeom prst="rect">
            <a:avLst/>
          </a:prstGeom>
        </p:spPr>
        <p:txBody>
          <a:bodyPr anchor="t" rtlCol="false" tIns="0" lIns="0" bIns="0" rIns="0">
            <a:spAutoFit/>
          </a:bodyPr>
          <a:lstStyle/>
          <a:p>
            <a:pPr algn="ctr">
              <a:lnSpc>
                <a:spcPts val="9013"/>
              </a:lnSpc>
            </a:pPr>
            <a:r>
              <a:rPr lang="en-US" sz="6777" spc="-142">
                <a:solidFill>
                  <a:srgbClr val="1A3FB4"/>
                </a:solidFill>
                <a:latin typeface="210 도시락"/>
                <a:ea typeface="210 도시락"/>
                <a:cs typeface="210 도시락"/>
                <a:sym typeface="210 도시락"/>
              </a:rPr>
              <a:t>사진 분석</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sp>
        <p:nvSpPr>
          <p:cNvPr name="Freeform 5" id="5"/>
          <p:cNvSpPr/>
          <p:nvPr/>
        </p:nvSpPr>
        <p:spPr>
          <a:xfrm flipH="false" flipV="false" rot="0">
            <a:off x="4916934" y="2215296"/>
            <a:ext cx="8454132" cy="5856408"/>
          </a:xfrm>
          <a:custGeom>
            <a:avLst/>
            <a:gdLst/>
            <a:ahLst/>
            <a:cxnLst/>
            <a:rect r="r" b="b" t="t" l="l"/>
            <a:pathLst>
              <a:path h="5856408" w="8454132">
                <a:moveTo>
                  <a:pt x="0" y="0"/>
                </a:moveTo>
                <a:lnTo>
                  <a:pt x="8454132" y="0"/>
                </a:lnTo>
                <a:lnTo>
                  <a:pt x="8454132" y="5856408"/>
                </a:lnTo>
                <a:lnTo>
                  <a:pt x="0" y="58564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5536747" y="3604705"/>
            <a:ext cx="6413992" cy="2032624"/>
          </a:xfrm>
          <a:prstGeom prst="rect">
            <a:avLst/>
          </a:prstGeom>
        </p:spPr>
        <p:txBody>
          <a:bodyPr anchor="t" rtlCol="false" tIns="0" lIns="0" bIns="0" rIns="0">
            <a:spAutoFit/>
          </a:bodyPr>
          <a:lstStyle/>
          <a:p>
            <a:pPr algn="ctr">
              <a:lnSpc>
                <a:spcPts val="16574"/>
              </a:lnSpc>
            </a:pPr>
            <a:r>
              <a:rPr lang="en-US" sz="12462" spc="1470">
                <a:solidFill>
                  <a:srgbClr val="FFFFFF"/>
                </a:solidFill>
                <a:latin typeface="Helvetica World"/>
                <a:ea typeface="Helvetica World"/>
                <a:cs typeface="Helvetica World"/>
                <a:sym typeface="Helvetica World"/>
              </a:rPr>
              <a:t>Q&amp;A</a:t>
            </a:r>
          </a:p>
        </p:txBody>
      </p:sp>
      <p:sp>
        <p:nvSpPr>
          <p:cNvPr name="TextBox 7" id="7"/>
          <p:cNvSpPr txBox="true"/>
          <p:nvPr/>
        </p:nvSpPr>
        <p:spPr>
          <a:xfrm rot="0">
            <a:off x="5930691" y="5542079"/>
            <a:ext cx="5626103" cy="1127109"/>
          </a:xfrm>
          <a:prstGeom prst="rect">
            <a:avLst/>
          </a:prstGeom>
        </p:spPr>
        <p:txBody>
          <a:bodyPr anchor="t" rtlCol="false" tIns="0" lIns="0" bIns="0" rIns="0">
            <a:spAutoFit/>
          </a:bodyPr>
          <a:lstStyle/>
          <a:p>
            <a:pPr algn="ctr">
              <a:lnSpc>
                <a:spcPts val="9013"/>
              </a:lnSpc>
            </a:pPr>
            <a:r>
              <a:rPr lang="en-US" sz="6777" spc="-142">
                <a:solidFill>
                  <a:srgbClr val="FFFFFF"/>
                </a:solidFill>
                <a:latin typeface="210 도시락"/>
                <a:ea typeface="210 도시락"/>
                <a:cs typeface="210 도시락"/>
                <a:sym typeface="210 도시락"/>
              </a:rPr>
              <a:t>질문하세요!</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3E2"/>
        </a:solidFill>
      </p:bgPr>
    </p:bg>
    <p:spTree>
      <p:nvGrpSpPr>
        <p:cNvPr id="1" name=""/>
        <p:cNvGrpSpPr/>
        <p:nvPr/>
      </p:nvGrpSpPr>
      <p:grpSpPr>
        <a:xfrm>
          <a:off x="0" y="0"/>
          <a:ext cx="0" cy="0"/>
          <a:chOff x="0" y="0"/>
          <a:chExt cx="0" cy="0"/>
        </a:xfrm>
      </p:grpSpPr>
      <p:grpSp>
        <p:nvGrpSpPr>
          <p:cNvPr name="Group 2" id="2"/>
          <p:cNvGrpSpPr/>
          <p:nvPr/>
        </p:nvGrpSpPr>
        <p:grpSpPr>
          <a:xfrm rot="0">
            <a:off x="17248" y="0"/>
            <a:ext cx="18648466" cy="10387567"/>
            <a:chOff x="0" y="0"/>
            <a:chExt cx="24864621" cy="13850090"/>
          </a:xfrm>
        </p:grpSpPr>
        <p:sp>
          <p:nvSpPr>
            <p:cNvPr name="Freeform 3" id="3"/>
            <p:cNvSpPr/>
            <p:nvPr/>
          </p:nvSpPr>
          <p:spPr>
            <a:xfrm flipH="false" flipV="false" rot="0">
              <a:off x="0" y="0"/>
              <a:ext cx="17723980" cy="13850090"/>
            </a:xfrm>
            <a:custGeom>
              <a:avLst/>
              <a:gdLst/>
              <a:ahLst/>
              <a:cxnLst/>
              <a:rect r="r" b="b" t="t" l="l"/>
              <a:pathLst>
                <a:path h="13850090" w="17723980">
                  <a:moveTo>
                    <a:pt x="0" y="0"/>
                  </a:moveTo>
                  <a:lnTo>
                    <a:pt x="17723980" y="0"/>
                  </a:lnTo>
                  <a:lnTo>
                    <a:pt x="1772398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0" b="-27970"/>
              </a:stretch>
            </a:blipFill>
          </p:spPr>
        </p:sp>
        <p:sp>
          <p:nvSpPr>
            <p:cNvPr name="Freeform 4" id="4"/>
            <p:cNvSpPr/>
            <p:nvPr/>
          </p:nvSpPr>
          <p:spPr>
            <a:xfrm flipH="false" flipV="false" rot="0">
              <a:off x="17698581" y="0"/>
              <a:ext cx="7166040" cy="13850090"/>
            </a:xfrm>
            <a:custGeom>
              <a:avLst/>
              <a:gdLst/>
              <a:ahLst/>
              <a:cxnLst/>
              <a:rect r="r" b="b" t="t" l="l"/>
              <a:pathLst>
                <a:path h="13850090" w="7166040">
                  <a:moveTo>
                    <a:pt x="0" y="0"/>
                  </a:moveTo>
                  <a:lnTo>
                    <a:pt x="7166040" y="0"/>
                  </a:lnTo>
                  <a:lnTo>
                    <a:pt x="7166040" y="13850090"/>
                  </a:lnTo>
                  <a:lnTo>
                    <a:pt x="0" y="13850090"/>
                  </a:lnTo>
                  <a:lnTo>
                    <a:pt x="0" y="0"/>
                  </a:lnTo>
                  <a:close/>
                </a:path>
              </a:pathLst>
            </a:custGeom>
            <a:blipFill>
              <a:blip r:embed="rId2">
                <a:extLst>
                  <a:ext uri="{96DAC541-7B7A-43D3-8B79-37D633B846F1}">
                    <asvg:svgBlip xmlns:asvg="http://schemas.microsoft.com/office/drawing/2016/SVG/main" r:embed="rId3"/>
                  </a:ext>
                </a:extLst>
              </a:blip>
              <a:stretch>
                <a:fillRect l="0" t="0" r="-147332" b="-27970"/>
              </a:stretch>
            </a:blipFill>
          </p:spPr>
        </p:sp>
      </p:grpSp>
      <p:sp>
        <p:nvSpPr>
          <p:cNvPr name="Freeform 5" id="5"/>
          <p:cNvSpPr/>
          <p:nvPr/>
        </p:nvSpPr>
        <p:spPr>
          <a:xfrm flipH="false" flipV="false" rot="0">
            <a:off x="2276251" y="1522323"/>
            <a:ext cx="13735498" cy="7242353"/>
          </a:xfrm>
          <a:custGeom>
            <a:avLst/>
            <a:gdLst/>
            <a:ahLst/>
            <a:cxnLst/>
            <a:rect r="r" b="b" t="t" l="l"/>
            <a:pathLst>
              <a:path h="7242353" w="13735498">
                <a:moveTo>
                  <a:pt x="0" y="0"/>
                </a:moveTo>
                <a:lnTo>
                  <a:pt x="13735498" y="0"/>
                </a:lnTo>
                <a:lnTo>
                  <a:pt x="13735498" y="7242354"/>
                </a:lnTo>
                <a:lnTo>
                  <a:pt x="0" y="72423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755006" y="4109367"/>
            <a:ext cx="8777987" cy="1906341"/>
          </a:xfrm>
          <a:prstGeom prst="rect">
            <a:avLst/>
          </a:prstGeom>
        </p:spPr>
        <p:txBody>
          <a:bodyPr anchor="t" rtlCol="false" tIns="0" lIns="0" bIns="0" rIns="0">
            <a:spAutoFit/>
          </a:bodyPr>
          <a:lstStyle/>
          <a:p>
            <a:pPr algn="ctr">
              <a:lnSpc>
                <a:spcPts val="15238"/>
              </a:lnSpc>
            </a:pPr>
            <a:r>
              <a:rPr lang="en-US" sz="11457" spc="-240">
                <a:solidFill>
                  <a:srgbClr val="FFFFFF"/>
                </a:solidFill>
                <a:latin typeface="210 도시락"/>
                <a:ea typeface="210 도시락"/>
                <a:cs typeface="210 도시락"/>
                <a:sym typeface="210 도시락"/>
              </a:rPr>
              <a:t>감사합니다!</a:t>
            </a:r>
          </a:p>
        </p:txBody>
      </p:sp>
      <p:sp>
        <p:nvSpPr>
          <p:cNvPr name="Freeform 7" id="7"/>
          <p:cNvSpPr/>
          <p:nvPr/>
        </p:nvSpPr>
        <p:spPr>
          <a:xfrm flipH="false" flipV="false" rot="319376">
            <a:off x="4844930" y="4183864"/>
            <a:ext cx="8927614" cy="2353644"/>
          </a:xfrm>
          <a:custGeom>
            <a:avLst/>
            <a:gdLst/>
            <a:ahLst/>
            <a:cxnLst/>
            <a:rect r="r" b="b" t="t" l="l"/>
            <a:pathLst>
              <a:path h="2353644" w="8927614">
                <a:moveTo>
                  <a:pt x="0" y="0"/>
                </a:moveTo>
                <a:lnTo>
                  <a:pt x="8927613" y="0"/>
                </a:lnTo>
                <a:lnTo>
                  <a:pt x="8927613" y="2353644"/>
                </a:lnTo>
                <a:lnTo>
                  <a:pt x="0" y="23536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802421" y="6504364"/>
            <a:ext cx="683158" cy="884347"/>
          </a:xfrm>
          <a:custGeom>
            <a:avLst/>
            <a:gdLst/>
            <a:ahLst/>
            <a:cxnLst/>
            <a:rect r="r" b="b" t="t" l="l"/>
            <a:pathLst>
              <a:path h="884347" w="683158">
                <a:moveTo>
                  <a:pt x="0" y="0"/>
                </a:moveTo>
                <a:lnTo>
                  <a:pt x="683158" y="0"/>
                </a:lnTo>
                <a:lnTo>
                  <a:pt x="683158" y="884347"/>
                </a:lnTo>
                <a:lnTo>
                  <a:pt x="0" y="8843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DAHLaH4VJnQ</dc:identifier>
  <dcterms:modified xsi:type="dcterms:W3CDTF">2011-08-01T06:04:30Z</dcterms:modified>
  <cp:revision>1</cp:revision>
  <dc:title>그레이 블루 심플한 그룹 프로젝트 프레젠테이션</dc:title>
</cp:coreProperties>
</file>